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.xml"/>
  <Override ContentType="application/vnd.openxmlformats-officedocument.presentationml.slideMaster+xml" PartName="/ppt/slideMasters/slideMaster1.xml"/>
  <Override ContentType="application/binary" PartName="/ppt/metadata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notesMaster+xml" PartName="/ppt/notesMasters/notesMaster1.xml"/>
  <Override ContentType="application/vnd.openxmlformats-package.core-properties+xml" PartName="/docProps/core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48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</p:sldIdLst>
  <p:sldSz cy="6858000" cx="12192000"/>
  <p:notesSz cx="6858000" cy="12192000"/>
  <p:embeddedFontLst>
    <p:embeddedFont>
      <p:font typeface="IBM Plex Sans"/>
      <p:regular r:id="rId19"/>
      <p:bold r:id="rId20"/>
      <p:italic r:id="rId21"/>
      <p:boldItalic r:id="rId22"/>
    </p:embeddedFont>
    <p:embeddedFont>
      <p:font typeface="Space Grotesk"/>
      <p:regular r:id="rId23"/>
      <p:bold r:id="rId24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GoogleSlidesCustomDataVersion2">
      <go:slidesCustomData xmlns:go="http://customooxmlschemas.google.com/" r:id="rId25" roundtripDataSignature="AMtx7mgRZRyanYBdOQXyxs0z/8il9mD3YA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26211ED6-88C6-46B8-B31E-0D305AA5337D}">
  <a:tblStyle styleId="{26211ED6-88C6-46B8-B31E-0D305AA5337D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>
              <a:solidFill>
                <a:srgbClr val="000000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>
              <a:solidFill>
                <a:srgbClr val="000000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>
              <a:solidFill>
                <a:srgbClr val="000000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>
              <a:solidFill>
                <a:srgbClr val="000000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>
              <a:solidFill>
                <a:srgbClr val="000000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>
              <a:solidFill>
                <a:srgbClr val="000000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font" Target="fonts/IBMPlexSans-bold.fntdata"/><Relationship Id="rId22" Type="http://schemas.openxmlformats.org/officeDocument/2006/relationships/font" Target="fonts/IBMPlexSans-boldItalic.fntdata"/><Relationship Id="rId21" Type="http://schemas.openxmlformats.org/officeDocument/2006/relationships/font" Target="fonts/IBMPlexSans-italic.fntdata"/><Relationship Id="rId24" Type="http://schemas.openxmlformats.org/officeDocument/2006/relationships/font" Target="fonts/SpaceGrotesk-bold.fntdata"/><Relationship Id="rId23" Type="http://schemas.openxmlformats.org/officeDocument/2006/relationships/font" Target="fonts/SpaceGrotesk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customschemas.google.com/relationships/presentationmetadata" Target="meta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font" Target="fonts/IBMPlexSans-regular.fntdata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IBM Plex Sans"/>
                <a:ea typeface="IBM Plex Sans"/>
                <a:cs typeface="IBM Plex Sans"/>
                <a:sym typeface="IBM Plex Sans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IBM Plex Sans"/>
                <a:ea typeface="IBM Plex Sans"/>
                <a:cs typeface="IBM Plex Sans"/>
                <a:sym typeface="IBM Plex Sans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IBM Plex Sans"/>
                <a:ea typeface="IBM Plex Sans"/>
                <a:cs typeface="IBM Plex Sans"/>
                <a:sym typeface="IBM Plex Sans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IBM Plex Sans"/>
                <a:ea typeface="IBM Plex Sans"/>
                <a:cs typeface="IBM Plex Sans"/>
                <a:sym typeface="IBM Plex Sans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IBM Plex Sans"/>
                <a:ea typeface="IBM Plex Sans"/>
                <a:cs typeface="IBM Plex Sans"/>
                <a:sym typeface="IBM Plex Sans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IBM Plex Sans"/>
                <a:ea typeface="IBM Plex Sans"/>
                <a:cs typeface="IBM Plex Sans"/>
                <a:sym typeface="IBM Plex Sans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IBM Plex Sans"/>
                <a:ea typeface="IBM Plex Sans"/>
                <a:cs typeface="IBM Plex Sans"/>
                <a:sym typeface="IBM Plex Sans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IBM Plex Sans"/>
                <a:ea typeface="IBM Plex Sans"/>
                <a:cs typeface="IBM Plex Sans"/>
                <a:sym typeface="IBM Plex Sans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IBM Plex Sans"/>
                <a:ea typeface="IBM Plex Sans"/>
                <a:cs typeface="IBM Plex Sans"/>
                <a:sym typeface="IBM Plex Sans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IBM Plex Sans"/>
                <a:ea typeface="IBM Plex Sans"/>
                <a:cs typeface="IBM Plex Sans"/>
                <a:sym typeface="IBM Plex Sans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IBM Plex Sans"/>
                <a:ea typeface="IBM Plex Sans"/>
                <a:cs typeface="IBM Plex Sans"/>
                <a:sym typeface="IBM Plex Sans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IBM Plex Sans"/>
                <a:ea typeface="IBM Plex Sans"/>
                <a:cs typeface="IBM Plex Sans"/>
                <a:sym typeface="IBM Plex Sans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IBM Plex Sans"/>
                <a:ea typeface="IBM Plex Sans"/>
                <a:cs typeface="IBM Plex Sans"/>
                <a:sym typeface="IBM Plex Sans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IBM Plex Sans"/>
                <a:ea typeface="IBM Plex Sans"/>
                <a:cs typeface="IBM Plex Sans"/>
                <a:sym typeface="IBM Plex Sans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IBM Plex Sans"/>
                <a:ea typeface="IBM Plex Sans"/>
                <a:cs typeface="IBM Plex Sans"/>
                <a:sym typeface="IBM Plex Sans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IBM Plex Sans"/>
                <a:ea typeface="IBM Plex Sans"/>
                <a:cs typeface="IBM Plex Sans"/>
                <a:sym typeface="IBM Plex Sans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IBM Plex Sans"/>
                <a:ea typeface="IBM Plex Sans"/>
                <a:cs typeface="IBM Plex Sans"/>
                <a:sym typeface="IBM Plex Sans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IBM Plex Sans"/>
                <a:ea typeface="IBM Plex Sans"/>
                <a:cs typeface="IBM Plex Sans"/>
                <a:sym typeface="IBM Plex Sans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IBM Plex Sans"/>
                <a:ea typeface="IBM Plex Sans"/>
                <a:cs typeface="IBM Plex Sans"/>
                <a:sym typeface="IBM Plex Sans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IBM Plex Sans"/>
                <a:ea typeface="IBM Plex Sans"/>
                <a:cs typeface="IBM Plex Sans"/>
                <a:sym typeface="IBM Plex Sans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IBM Plex Sans"/>
                <a:ea typeface="IBM Plex Sans"/>
                <a:cs typeface="IBM Plex Sans"/>
                <a:sym typeface="IBM Plex Sans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IBM Plex Sans"/>
                <a:ea typeface="IBM Plex Sans"/>
                <a:cs typeface="IBM Plex Sans"/>
                <a:sym typeface="IBM Plex Sans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IBM Plex Sans"/>
                <a:ea typeface="IBM Plex Sans"/>
                <a:cs typeface="IBM Plex Sans"/>
                <a:sym typeface="IBM Plex Sans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IBM Plex Sans"/>
                <a:ea typeface="IBM Plex Sans"/>
                <a:cs typeface="IBM Plex Sans"/>
                <a:sym typeface="IBM Plex Sans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IBM Plex Sans"/>
                <a:ea typeface="IBM Plex Sans"/>
                <a:cs typeface="IBM Plex Sans"/>
                <a:sym typeface="IBM Plex Sans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IBM Plex Sans"/>
                <a:ea typeface="IBM Plex Sans"/>
                <a:cs typeface="IBM Plex Sans"/>
                <a:sym typeface="IBM Plex Sans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IBM Plex Sans"/>
                <a:ea typeface="IBM Plex Sans"/>
                <a:cs typeface="IBM Plex Sans"/>
                <a:sym typeface="IBM Plex Sans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IBM Plex Sans"/>
                <a:ea typeface="IBM Plex Sans"/>
                <a:cs typeface="IBM Plex Sans"/>
                <a:sym typeface="IBM Plex Sans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IBM Plex Sans"/>
                <a:ea typeface="IBM Plex Sans"/>
                <a:cs typeface="IBM Plex Sans"/>
                <a:sym typeface="IBM Plex Sans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IBM Plex Sans"/>
                <a:ea typeface="IBM Plex Sans"/>
                <a:cs typeface="IBM Plex Sans"/>
                <a:sym typeface="IBM Plex Sans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IBM Plex Sans"/>
                <a:ea typeface="IBM Plex Sans"/>
                <a:cs typeface="IBM Plex Sans"/>
                <a:sym typeface="IBM Plex Sans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IBM Plex Sans"/>
                <a:ea typeface="IBM Plex Sans"/>
                <a:cs typeface="IBM Plex Sans"/>
                <a:sym typeface="IBM Plex Sans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IBM Plex Sans"/>
                <a:ea typeface="IBM Plex Sans"/>
                <a:cs typeface="IBM Plex Sans"/>
                <a:sym typeface="IBM Plex Sans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IBM Plex Sans"/>
                <a:ea typeface="IBM Plex Sans"/>
                <a:cs typeface="IBM Plex Sans"/>
                <a:sym typeface="IBM Plex Sans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IBM Plex Sans"/>
                <a:ea typeface="IBM Plex Sans"/>
                <a:cs typeface="IBM Plex Sans"/>
                <a:sym typeface="IBM Plex Sans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IBM Plex Sans"/>
                <a:ea typeface="IBM Plex Sans"/>
                <a:cs typeface="IBM Plex Sans"/>
                <a:sym typeface="IBM Plex Sans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IBM Plex Sans"/>
                <a:ea typeface="IBM Plex Sans"/>
                <a:cs typeface="IBM Plex Sans"/>
                <a:sym typeface="IBM Plex Sans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IBM Plex Sans"/>
              <a:ea typeface="IBM Plex Sans"/>
              <a:cs typeface="IBM Plex Sans"/>
              <a:sym typeface="IBM Plex Sans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8" name="Google Shape;18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" name="Google Shape;19;p1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7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9" name="Google Shape;29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" name="Google Shape;30;p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0" name="Google Shape;60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1" name="Google Shape;61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9" name="Google Shape;79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0" name="Google Shape;80;p4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0" name="Google Shape;90;p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h53718624b428c802_0_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6" name="Google Shape;96;h53718624b428c802_0_23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7" name="Google Shape;97;h53718624b428c802_0_23:notes"/>
          <p:cNvSpPr txBox="1"/>
          <p:nvPr>
            <p:ph idx="12" type="sldNum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h53718624b428c802_0_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3" name="Google Shape;103;h53718624b428c802_0_29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4" name="Google Shape;104;h53718624b428c802_0_29:notes"/>
          <p:cNvSpPr txBox="1"/>
          <p:nvPr>
            <p:ph idx="12" type="sldNum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8" name="Shape 1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" name="Google Shape;10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0" name="Google Shape;11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7" name="Google Shape;117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El backlog v2.0 tiene 17 historias de usuario agrupadas en 6 épicas: Administración global, Autenticación y usuarios, Inventario personal y QR, Catálogo ciego y pañol, Matching y retiro express, y Automatización y auditoría. Se planificaron en 7 sprints. Revisar el total de story points antes de presentar: el resumen del Excel indica 78 y la hoja de historias suma 73.</a:t>
            </a:r>
            <a:endParaRPr/>
          </a:p>
        </p:txBody>
      </p:sp>
      <p:sp>
        <p:nvSpPr>
          <p:cNvPr id="118" name="Google Shape;118;p8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h53718624b428c802_0_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h53718624b428c802_0_39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5" name="Google Shape;125;h53718624b428c802_0_39:notes"/>
          <p:cNvSpPr txBox="1"/>
          <p:nvPr>
            <p:ph idx="12" type="sldNum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h53718624b428c802_0_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1" name="Google Shape;131;h53718624b428c802_0_0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h53718624b428c802_0_0:notes"/>
          <p:cNvSpPr txBox="1"/>
          <p:nvPr>
            <p:ph idx="12" type="sldNum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h53718624b428c802_0_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1" name="Google Shape;141;h53718624b428c802_0_10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2" name="Google Shape;142;h53718624b428c802_0_10:notes"/>
          <p:cNvSpPr txBox="1"/>
          <p:nvPr>
            <p:ph idx="12" type="sldNum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51" name="Google Shape;151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Cierre. Abrir espacio para preguntas del panel.</a:t>
            </a:r>
            <a:endParaRPr/>
          </a:p>
        </p:txBody>
      </p:sp>
      <p:sp>
        <p:nvSpPr>
          <p:cNvPr id="152" name="Google Shape;152;p11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>
  <p:cSld name="Title and body">
    <p:bg>
      <p:bgPr>
        <a:solidFill>
          <a:srgbClr val="F6F7F4"/>
        </a:solidFill>
      </p:bgPr>
    </p:bg>
    <p:spTree>
      <p:nvGrpSpPr>
        <p:cNvPr id="12" name="Shape 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Google Shape;13;p13"/>
          <p:cNvSpPr txBox="1"/>
          <p:nvPr>
            <p:ph type="title"/>
          </p:nvPr>
        </p:nvSpPr>
        <p:spPr>
          <a:xfrm>
            <a:off x="812800" y="1127720"/>
            <a:ext cx="10566400" cy="50284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14213D"/>
              </a:buClr>
              <a:buSzPts val="3600"/>
              <a:buFont typeface="Space Grotesk"/>
              <a:buNone/>
              <a:defRPr sz="3600">
                <a:solidFill>
                  <a:srgbClr val="14213D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4" name="Google Shape;14;p13"/>
          <p:cNvSpPr txBox="1"/>
          <p:nvPr>
            <p:ph idx="1" type="body"/>
          </p:nvPr>
        </p:nvSpPr>
        <p:spPr>
          <a:xfrm>
            <a:off x="812800" y="1935361"/>
            <a:ext cx="10566400" cy="4109839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algn="l">
              <a:lnSpc>
                <a:spcPct val="140000"/>
              </a:lnSpc>
              <a:spcBef>
                <a:spcPts val="320"/>
              </a:spcBef>
              <a:spcAft>
                <a:spcPts val="0"/>
              </a:spcAft>
              <a:buClr>
                <a:srgbClr val="14213D"/>
              </a:buClr>
              <a:buSzPts val="1600"/>
              <a:buNone/>
              <a:defRPr sz="1600">
                <a:solidFill>
                  <a:srgbClr val="14213D"/>
                </a:solidFill>
                <a:latin typeface="IBM Plex Sans"/>
                <a:ea typeface="IBM Plex Sans"/>
                <a:cs typeface="IBM Plex Sans"/>
                <a:sym typeface="IBM Plex Sans"/>
              </a:defRPr>
            </a:lvl1pPr>
            <a:lvl2pPr indent="-342900" lvl="1" marL="914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DEFAULT">
  <p:cSld name="DEFAULT">
    <p:bg>
      <p:bgPr>
        <a:solidFill>
          <a:schemeClr val="lt1"/>
        </a:solidFill>
      </p:bgPr>
    </p:bg>
    <p:spTree>
      <p:nvGrpSpPr>
        <p:cNvPr id="15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6F7F4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2"/>
          <p:cNvSpPr txBox="1"/>
          <p:nvPr>
            <p:ph type="title"/>
          </p:nvPr>
        </p:nvSpPr>
        <p:spPr>
          <a:xfrm>
            <a:off x="812800" y="1127720"/>
            <a:ext cx="10566400" cy="50284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14213D"/>
              </a:buClr>
              <a:buSzPts val="3600"/>
              <a:buFont typeface="Space Grotesk"/>
              <a:buNone/>
              <a:defRPr b="0" i="0" sz="3600" u="none" cap="none" strike="noStrike">
                <a:solidFill>
                  <a:srgbClr val="14213D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2"/>
          <p:cNvSpPr txBox="1"/>
          <p:nvPr>
            <p:ph idx="1" type="body"/>
          </p:nvPr>
        </p:nvSpPr>
        <p:spPr>
          <a:xfrm>
            <a:off x="812800" y="1935361"/>
            <a:ext cx="10566400" cy="4109839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0" algn="l">
              <a:lnSpc>
                <a:spcPct val="140000"/>
              </a:lnSpc>
              <a:spcBef>
                <a:spcPts val="320"/>
              </a:spcBef>
              <a:spcAft>
                <a:spcPts val="0"/>
              </a:spcAft>
              <a:buClr>
                <a:srgbClr val="14213D"/>
              </a:buClr>
              <a:buSzPts val="1600"/>
              <a:buFont typeface="Arial"/>
              <a:buNone/>
              <a:defRPr b="0" i="0" sz="1600" u="none" cap="none" strike="noStrike">
                <a:solidFill>
                  <a:srgbClr val="14213D"/>
                </a:solidFill>
                <a:latin typeface="IBM Plex Sans"/>
                <a:ea typeface="IBM Plex Sans"/>
                <a:cs typeface="IBM Plex Sans"/>
                <a:sym typeface="IBM Plex Sans"/>
              </a:defRPr>
            </a:lvl1pPr>
            <a:lvl2pPr indent="-406400" lvl="1" marL="914400" marR="0" rtl="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–"/>
              <a:defRPr b="0" i="0" sz="2800" u="none" cap="none" strike="noStrike">
                <a:solidFill>
                  <a:schemeClr val="dk1"/>
                </a:solidFill>
                <a:latin typeface="IBM Plex Sans"/>
                <a:ea typeface="IBM Plex Sans"/>
                <a:cs typeface="IBM Plex Sans"/>
                <a:sym typeface="IBM Plex Sans"/>
              </a:defRPr>
            </a:lvl2pPr>
            <a:lvl3pPr indent="-381000" lvl="2" marL="1371600" marR="0" rtl="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b="0" i="0" sz="2400" u="none" cap="none" strike="noStrike">
                <a:solidFill>
                  <a:schemeClr val="dk1"/>
                </a:solidFill>
                <a:latin typeface="IBM Plex Sans"/>
                <a:ea typeface="IBM Plex Sans"/>
                <a:cs typeface="IBM Plex Sans"/>
                <a:sym typeface="IBM Plex Sans"/>
              </a:defRPr>
            </a:lvl3pPr>
            <a:lvl4pPr indent="-355600" lvl="3" marL="18288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–"/>
              <a:defRPr b="0" i="0" sz="2000" u="none" cap="none" strike="noStrike">
                <a:solidFill>
                  <a:schemeClr val="dk1"/>
                </a:solidFill>
                <a:latin typeface="IBM Plex Sans"/>
                <a:ea typeface="IBM Plex Sans"/>
                <a:cs typeface="IBM Plex Sans"/>
                <a:sym typeface="IBM Plex Sans"/>
              </a:defRPr>
            </a:lvl4pPr>
            <a:lvl5pPr indent="-355600" lvl="4" marL="22860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»"/>
              <a:defRPr b="0" i="0" sz="2000" u="none" cap="none" strike="noStrike">
                <a:solidFill>
                  <a:schemeClr val="dk1"/>
                </a:solidFill>
                <a:latin typeface="IBM Plex Sans"/>
                <a:ea typeface="IBM Plex Sans"/>
                <a:cs typeface="IBM Plex Sans"/>
                <a:sym typeface="IBM Plex Sans"/>
              </a:defRPr>
            </a:lvl5pPr>
            <a:lvl6pPr indent="-355600" lvl="5" marL="27432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IBM Plex Sans"/>
                <a:ea typeface="IBM Plex Sans"/>
                <a:cs typeface="IBM Plex Sans"/>
                <a:sym typeface="IBM Plex Sans"/>
              </a:defRPr>
            </a:lvl6pPr>
            <a:lvl7pPr indent="-355600" lvl="6" marL="32004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IBM Plex Sans"/>
                <a:ea typeface="IBM Plex Sans"/>
                <a:cs typeface="IBM Plex Sans"/>
                <a:sym typeface="IBM Plex Sans"/>
              </a:defRPr>
            </a:lvl7pPr>
            <a:lvl8pPr indent="-355600" lvl="7" marL="36576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IBM Plex Sans"/>
                <a:ea typeface="IBM Plex Sans"/>
                <a:cs typeface="IBM Plex Sans"/>
                <a:sym typeface="IBM Plex Sans"/>
              </a:defRPr>
            </a:lvl8pPr>
            <a:lvl9pPr indent="-355600" lvl="8" marL="41148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IBM Plex Sans"/>
                <a:ea typeface="IBM Plex Sans"/>
                <a:cs typeface="IBM Plex Sans"/>
                <a:sym typeface="IBM Plex Sans"/>
              </a:defRPr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9" r:id="rId1"/>
    <p:sldLayoutId id="2147483650" r:id="rId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4.png"/><Relationship Id="rId4" Type="http://schemas.openxmlformats.org/officeDocument/2006/relationships/image" Target="../media/image2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8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8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6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5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7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14213D"/>
        </a:solidFill>
      </p:bgPr>
    </p:bg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1"/>
          <p:cNvSpPr/>
          <p:nvPr/>
        </p:nvSpPr>
        <p:spPr>
          <a:xfrm>
            <a:off x="0" y="0"/>
            <a:ext cx="152400" cy="6858000"/>
          </a:xfrm>
          <a:prstGeom prst="rect">
            <a:avLst/>
          </a:prstGeom>
          <a:solidFill>
            <a:srgbClr val="7FD1AE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" name="Google Shape;22;p1"/>
          <p:cNvSpPr/>
          <p:nvPr/>
        </p:nvSpPr>
        <p:spPr>
          <a:xfrm>
            <a:off x="812800" y="812800"/>
            <a:ext cx="10883392" cy="27424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/>
          <a:p>
            <a:pPr indent="0" lvl="0" marL="0" marR="0" rt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rgbClr val="7FD1AE"/>
              </a:buClr>
              <a:buSzPts val="1400"/>
              <a:buFont typeface="IBM Plex Sans"/>
              <a:buNone/>
            </a:pPr>
            <a:r>
              <a:rPr b="1" i="0" lang="en-US" sz="1400" u="none" cap="none" strike="noStrike">
                <a:solidFill>
                  <a:srgbClr val="7FD1AE"/>
                </a:solidFill>
                <a:latin typeface="IBM Plex Sans"/>
                <a:ea typeface="IBM Plex Sans"/>
                <a:cs typeface="IBM Plex Sans"/>
                <a:sym typeface="IBM Plex Sans"/>
              </a:rPr>
              <a:t>CAPSTONE </a:t>
            </a:r>
            <a:r>
              <a:rPr b="1" lang="en-US">
                <a:solidFill>
                  <a:srgbClr val="7FD1AE"/>
                </a:solidFill>
                <a:latin typeface="IBM Plex Sans"/>
                <a:ea typeface="IBM Plex Sans"/>
                <a:cs typeface="IBM Plex Sans"/>
                <a:sym typeface="IBM Plex Sans"/>
              </a:rPr>
              <a:t>004D</a:t>
            </a:r>
            <a:r>
              <a:rPr b="1" i="0" lang="en-US" sz="1400" u="none" cap="none" strike="noStrike">
                <a:solidFill>
                  <a:srgbClr val="7FD1AE"/>
                </a:solidFill>
                <a:latin typeface="IBM Plex Sans"/>
                <a:ea typeface="IBM Plex Sans"/>
                <a:cs typeface="IBM Plex Sans"/>
                <a:sym typeface="IBM Plex Sans"/>
              </a:rPr>
              <a:t> · DUOC UC SEDE ANTONIO VARAS</a:t>
            </a:r>
            <a:endParaRPr b="0" i="0" sz="1400" u="none" cap="none" strike="noStrike">
              <a:solidFill>
                <a:schemeClr val="dk1"/>
              </a:solidFill>
              <a:latin typeface="IBM Plex Sans"/>
              <a:ea typeface="IBM Plex Sans"/>
              <a:cs typeface="IBM Plex Sans"/>
              <a:sym typeface="IBM Plex Sans"/>
            </a:endParaRPr>
          </a:p>
        </p:txBody>
      </p:sp>
      <p:sp>
        <p:nvSpPr>
          <p:cNvPr id="23" name="Google Shape;23;p1"/>
          <p:cNvSpPr txBox="1"/>
          <p:nvPr>
            <p:ph type="title"/>
          </p:nvPr>
        </p:nvSpPr>
        <p:spPr>
          <a:xfrm>
            <a:off x="812800" y="2250480"/>
            <a:ext cx="10883392" cy="1168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6F7F4"/>
              </a:buClr>
              <a:buSzPts val="9000"/>
              <a:buFont typeface="Space Grotesk"/>
              <a:buNone/>
            </a:pPr>
            <a:r>
              <a:rPr b="1" i="0" lang="en-US" sz="9000">
                <a:solidFill>
                  <a:srgbClr val="F6F7F4"/>
                </a:solidFill>
                <a:latin typeface="Space Grotesk"/>
                <a:ea typeface="Space Grotesk"/>
                <a:cs typeface="Space Grotesk"/>
                <a:sym typeface="Space Grotesk"/>
              </a:rPr>
              <a:t>BackToMe</a:t>
            </a:r>
            <a:endParaRPr sz="9000"/>
          </a:p>
        </p:txBody>
      </p:sp>
      <p:sp>
        <p:nvSpPr>
          <p:cNvPr id="24" name="Google Shape;24;p1"/>
          <p:cNvSpPr/>
          <p:nvPr/>
        </p:nvSpPr>
        <p:spPr>
          <a:xfrm>
            <a:off x="812800" y="3596680"/>
            <a:ext cx="8502650" cy="75168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/>
          <a:p>
            <a:pPr indent="0" lvl="0" marL="0" marR="0" rtl="0"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>
                <a:srgbClr val="CFD8E3"/>
              </a:buClr>
              <a:buSzPts val="2200"/>
              <a:buFont typeface="IBM Plex Sans"/>
              <a:buNone/>
            </a:pPr>
            <a:r>
              <a:rPr b="0" i="0" lang="en-US" sz="2200" u="none" cap="none" strike="noStrike">
                <a:solidFill>
                  <a:srgbClr val="CFD8E3"/>
                </a:solidFill>
                <a:latin typeface="IBM Plex Sans"/>
                <a:ea typeface="IBM Plex Sans"/>
                <a:cs typeface="IBM Plex Sans"/>
                <a:sym typeface="IBM Plex Sans"/>
              </a:rPr>
              <a:t>Plataforma SaaS multi-tenant para la gestión, trazabilidad y custodia de objetos perdidos</a:t>
            </a:r>
            <a:endParaRPr b="0" i="0" sz="2200" u="none" cap="none" strike="noStrike">
              <a:solidFill>
                <a:schemeClr val="dk1"/>
              </a:solidFill>
              <a:latin typeface="IBM Plex Sans"/>
              <a:ea typeface="IBM Plex Sans"/>
              <a:cs typeface="IBM Plex Sans"/>
              <a:sym typeface="IBM Plex Sans"/>
            </a:endParaRPr>
          </a:p>
        </p:txBody>
      </p:sp>
      <p:sp>
        <p:nvSpPr>
          <p:cNvPr id="25" name="Google Shape;25;p1"/>
          <p:cNvSpPr/>
          <p:nvPr/>
        </p:nvSpPr>
        <p:spPr>
          <a:xfrm>
            <a:off x="812800" y="5511800"/>
            <a:ext cx="3681177" cy="558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/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CFD8E3"/>
              </a:buClr>
              <a:buSzPts val="1400"/>
              <a:buFont typeface="IBM Plex Sans"/>
              <a:buNone/>
            </a:pPr>
            <a:r>
              <a:rPr b="0" i="0" lang="en-US" sz="1400" u="none" cap="none" strike="noStrike">
                <a:solidFill>
                  <a:srgbClr val="CFD8E3"/>
                </a:solidFill>
                <a:latin typeface="IBM Plex Sans"/>
                <a:ea typeface="IBM Plex Sans"/>
                <a:cs typeface="IBM Plex Sans"/>
                <a:sym typeface="IBM Plex Sans"/>
              </a:rPr>
              <a:t>Mauricio Urrutia · Lucero Leyva · Renato Caro</a:t>
            </a:r>
            <a:endParaRPr b="0" i="0" sz="1400" u="none" cap="none" strike="noStrike">
              <a:solidFill>
                <a:schemeClr val="dk1"/>
              </a:solidFill>
              <a:latin typeface="IBM Plex Sans"/>
              <a:ea typeface="IBM Plex Sans"/>
              <a:cs typeface="IBM Plex Sans"/>
              <a:sym typeface="IBM Plex Sans"/>
            </a:endParaRPr>
          </a:p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CFD8E3"/>
              </a:buClr>
              <a:buSzPts val="1400"/>
              <a:buFont typeface="IBM Plex Sans"/>
              <a:buNone/>
            </a:pPr>
            <a:r>
              <a:rPr b="0" i="0" lang="en-US" sz="1400" u="none" cap="none" strike="noStrike">
                <a:solidFill>
                  <a:srgbClr val="CFD8E3"/>
                </a:solidFill>
                <a:latin typeface="IBM Plex Sans"/>
                <a:ea typeface="IBM Plex Sans"/>
                <a:cs typeface="IBM Plex Sans"/>
                <a:sym typeface="IBM Plex Sans"/>
              </a:rPr>
              <a:t>Ingeniería en Informática</a:t>
            </a:r>
            <a:endParaRPr b="0" i="0" sz="1400" u="none" cap="none" strike="noStrike">
              <a:solidFill>
                <a:srgbClr val="CFD8E3"/>
              </a:solidFill>
              <a:latin typeface="IBM Plex Sans"/>
              <a:ea typeface="IBM Plex Sans"/>
              <a:cs typeface="IBM Plex Sans"/>
              <a:sym typeface="IBM Plex Sans"/>
            </a:endParaRPr>
          </a:p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CFD8E3"/>
              </a:buClr>
              <a:buSzPts val="1400"/>
              <a:buFont typeface="IBM Plex Sans"/>
              <a:buNone/>
            </a:pPr>
            <a:r>
              <a:rPr lang="en-US">
                <a:solidFill>
                  <a:srgbClr val="CFD8E3"/>
                </a:solidFill>
                <a:latin typeface="IBM Plex Sans"/>
                <a:ea typeface="IBM Plex Sans"/>
                <a:cs typeface="IBM Plex Sans"/>
                <a:sym typeface="IBM Plex Sans"/>
              </a:rPr>
              <a:t>Aldo Martinez</a:t>
            </a:r>
            <a:endParaRPr>
              <a:solidFill>
                <a:srgbClr val="CFD8E3"/>
              </a:solidFill>
              <a:latin typeface="IBM Plex Sans"/>
              <a:ea typeface="IBM Plex Sans"/>
              <a:cs typeface="IBM Plex Sans"/>
              <a:sym typeface="IBM Plex Sans"/>
            </a:endParaRPr>
          </a:p>
        </p:txBody>
      </p:sp>
      <p:sp>
        <p:nvSpPr>
          <p:cNvPr id="26" name="Google Shape;26;p1"/>
          <p:cNvSpPr/>
          <p:nvPr/>
        </p:nvSpPr>
        <p:spPr>
          <a:xfrm>
            <a:off x="10044152" y="5796359"/>
            <a:ext cx="1335048" cy="27424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/>
          <a:p>
            <a:pPr indent="0" lvl="0" marL="0" marR="0" rtl="0" algn="r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rgbClr val="CFD8E3"/>
              </a:buClr>
              <a:buSzPts val="1400"/>
              <a:buFont typeface="IBM Plex Sans"/>
              <a:buNone/>
            </a:pPr>
            <a:r>
              <a:rPr b="0" i="0" lang="en-US" sz="1400" u="none" cap="none" strike="noStrike">
                <a:solidFill>
                  <a:srgbClr val="CFD8E3"/>
                </a:solidFill>
                <a:latin typeface="IBM Plex Sans"/>
                <a:ea typeface="IBM Plex Sans"/>
                <a:cs typeface="IBM Plex Sans"/>
                <a:sym typeface="IBM Plex Sans"/>
              </a:rPr>
              <a:t>Octubre 2026</a:t>
            </a:r>
            <a:endParaRPr b="0" i="0" sz="1400" u="none" cap="none" strike="noStrike">
              <a:solidFill>
                <a:schemeClr val="dk1"/>
              </a:solidFill>
              <a:latin typeface="IBM Plex Sans"/>
              <a:ea typeface="IBM Plex Sans"/>
              <a:cs typeface="IBM Plex Sans"/>
              <a:sym typeface="IBM Plex Sans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6F7F4"/>
        </a:solidFill>
      </p:bgPr>
    </p:bg>
    <p:spTree>
      <p:nvGrpSpPr>
        <p:cNvPr id="31" name="Shape 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Google Shape;32;p2"/>
          <p:cNvSpPr/>
          <p:nvPr/>
        </p:nvSpPr>
        <p:spPr>
          <a:xfrm>
            <a:off x="812800" y="812800"/>
            <a:ext cx="10883392" cy="2387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/>
          <a:p>
            <a:pPr indent="0" lvl="0" marL="0" marR="0" rt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rgbClr val="1F7A5C"/>
              </a:buClr>
              <a:buSzPts val="1200"/>
              <a:buFont typeface="IBM Plex Sans"/>
              <a:buNone/>
            </a:pPr>
            <a:r>
              <a:rPr b="1" i="0" lang="en-US" sz="1200" u="none" cap="none" strike="noStrike">
                <a:solidFill>
                  <a:srgbClr val="1F7A5C"/>
                </a:solidFill>
                <a:latin typeface="IBM Plex Sans"/>
                <a:ea typeface="IBM Plex Sans"/>
                <a:cs typeface="IBM Plex Sans"/>
                <a:sym typeface="IBM Plex Sans"/>
              </a:rPr>
              <a:t>CONTENIDO</a:t>
            </a:r>
            <a:endParaRPr b="0" i="0" sz="1200" u="none" cap="none" strike="noStrike">
              <a:solidFill>
                <a:schemeClr val="dk1"/>
              </a:solidFill>
              <a:latin typeface="IBM Plex Sans"/>
              <a:ea typeface="IBM Plex Sans"/>
              <a:cs typeface="IBM Plex Sans"/>
              <a:sym typeface="IBM Plex Sans"/>
            </a:endParaRPr>
          </a:p>
        </p:txBody>
      </p:sp>
      <p:sp>
        <p:nvSpPr>
          <p:cNvPr id="33" name="Google Shape;33;p2"/>
          <p:cNvSpPr txBox="1"/>
          <p:nvPr>
            <p:ph type="title"/>
          </p:nvPr>
        </p:nvSpPr>
        <p:spPr>
          <a:xfrm>
            <a:off x="812800" y="1127720"/>
            <a:ext cx="10883392" cy="52824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/>
          <a:p>
            <a:pPr indent="0" lvl="0" marL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14213D"/>
              </a:buClr>
              <a:buSzPts val="3600"/>
              <a:buFont typeface="Space Grotesk"/>
              <a:buNone/>
            </a:pPr>
            <a:r>
              <a:rPr b="1" i="0" lang="en-US" sz="3600">
                <a:solidFill>
                  <a:srgbClr val="14213D"/>
                </a:solidFill>
                <a:latin typeface="Space Grotesk"/>
                <a:ea typeface="Space Grotesk"/>
                <a:cs typeface="Space Grotesk"/>
                <a:sym typeface="Space Grotesk"/>
              </a:rPr>
              <a:t>Índice</a:t>
            </a:r>
            <a:endParaRPr sz="3600"/>
          </a:p>
        </p:txBody>
      </p:sp>
      <p:cxnSp>
        <p:nvCxnSpPr>
          <p:cNvPr id="34" name="Google Shape;34;p2"/>
          <p:cNvCxnSpPr/>
          <p:nvPr/>
        </p:nvCxnSpPr>
        <p:spPr>
          <a:xfrm>
            <a:off x="812800" y="2510631"/>
            <a:ext cx="5283200" cy="0"/>
          </a:xfrm>
          <a:prstGeom prst="straightConnector1">
            <a:avLst/>
          </a:prstGeom>
          <a:noFill/>
          <a:ln cap="flat" cmpd="sng" w="12700">
            <a:solidFill>
              <a:srgbClr val="D5DDD8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5" name="Google Shape;35;p2"/>
          <p:cNvSpPr/>
          <p:nvPr/>
        </p:nvSpPr>
        <p:spPr>
          <a:xfrm>
            <a:off x="812800" y="1986161"/>
            <a:ext cx="368856" cy="4165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/>
          <a:p>
            <a:pPr indent="0" lvl="0" marL="0" marR="0" rt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rgbClr val="1F7A5C"/>
              </a:buClr>
              <a:buSzPts val="2200"/>
              <a:buFont typeface="Space Grotesk"/>
              <a:buNone/>
            </a:pPr>
            <a:r>
              <a:rPr b="1" i="0" lang="en-US" sz="2200" u="none" cap="none" strike="noStrike">
                <a:solidFill>
                  <a:srgbClr val="1F7A5C"/>
                </a:solidFill>
                <a:latin typeface="Space Grotesk"/>
                <a:ea typeface="Space Grotesk"/>
                <a:cs typeface="Space Grotesk"/>
                <a:sym typeface="Space Grotesk"/>
              </a:rPr>
              <a:t>01</a:t>
            </a:r>
            <a:endParaRPr b="0" i="0" sz="2200" u="none" cap="none" strike="noStrike">
              <a:solidFill>
                <a:schemeClr val="dk1"/>
              </a:solidFill>
              <a:latin typeface="IBM Plex Sans"/>
              <a:ea typeface="IBM Plex Sans"/>
              <a:cs typeface="IBM Plex Sans"/>
              <a:sym typeface="IBM Plex Sans"/>
            </a:endParaRPr>
          </a:p>
        </p:txBody>
      </p:sp>
      <p:sp>
        <p:nvSpPr>
          <p:cNvPr id="36" name="Google Shape;36;p2"/>
          <p:cNvSpPr/>
          <p:nvPr/>
        </p:nvSpPr>
        <p:spPr>
          <a:xfrm>
            <a:off x="1323380" y="2021681"/>
            <a:ext cx="1582103" cy="3453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/>
          <a:p>
            <a:pPr indent="0" lvl="0" marL="0" marR="0" rt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rgbClr val="14213D"/>
              </a:buClr>
              <a:buSzPts val="1800"/>
              <a:buFont typeface="IBM Plex Sans"/>
              <a:buNone/>
            </a:pPr>
            <a:r>
              <a:rPr b="0" i="0" lang="en-US" sz="1800" u="none" cap="none" strike="noStrike">
                <a:solidFill>
                  <a:srgbClr val="14213D"/>
                </a:solidFill>
                <a:latin typeface="IBM Plex Sans"/>
                <a:ea typeface="IBM Plex Sans"/>
                <a:cs typeface="IBM Plex Sans"/>
                <a:sym typeface="IBM Plex Sans"/>
              </a:rPr>
              <a:t>Introducción</a:t>
            </a:r>
            <a:endParaRPr b="0" i="0" sz="1800" u="none" cap="none" strike="noStrike">
              <a:solidFill>
                <a:schemeClr val="dk1"/>
              </a:solidFill>
              <a:latin typeface="IBM Plex Sans"/>
              <a:ea typeface="IBM Plex Sans"/>
              <a:cs typeface="IBM Plex Sans"/>
              <a:sym typeface="IBM Plex Sans"/>
            </a:endParaRPr>
          </a:p>
        </p:txBody>
      </p:sp>
      <p:cxnSp>
        <p:nvCxnSpPr>
          <p:cNvPr id="37" name="Google Shape;37;p2"/>
          <p:cNvCxnSpPr/>
          <p:nvPr/>
        </p:nvCxnSpPr>
        <p:spPr>
          <a:xfrm>
            <a:off x="6096000" y="2510631"/>
            <a:ext cx="5283200" cy="0"/>
          </a:xfrm>
          <a:prstGeom prst="straightConnector1">
            <a:avLst/>
          </a:prstGeom>
          <a:noFill/>
          <a:ln cap="flat" cmpd="sng" w="12700">
            <a:solidFill>
              <a:srgbClr val="D5DDD8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8" name="Google Shape;38;p2"/>
          <p:cNvSpPr/>
          <p:nvPr/>
        </p:nvSpPr>
        <p:spPr>
          <a:xfrm>
            <a:off x="6096000" y="1986161"/>
            <a:ext cx="418505" cy="4165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/>
          <a:p>
            <a:pPr indent="0" lvl="0" marL="0" marR="0" rt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rgbClr val="1F7A5C"/>
              </a:buClr>
              <a:buSzPts val="2200"/>
              <a:buFont typeface="Space Grotesk"/>
              <a:buNone/>
            </a:pPr>
            <a:r>
              <a:rPr b="1" i="0" lang="en-US" sz="2200" u="none" cap="none" strike="noStrike">
                <a:solidFill>
                  <a:srgbClr val="1F7A5C"/>
                </a:solidFill>
                <a:latin typeface="Space Grotesk"/>
                <a:ea typeface="Space Grotesk"/>
                <a:cs typeface="Space Grotesk"/>
                <a:sym typeface="Space Grotesk"/>
              </a:rPr>
              <a:t>05</a:t>
            </a:r>
            <a:endParaRPr b="0" i="0" sz="2200" u="none" cap="none" strike="noStrike">
              <a:solidFill>
                <a:schemeClr val="dk1"/>
              </a:solidFill>
              <a:latin typeface="IBM Plex Sans"/>
              <a:ea typeface="IBM Plex Sans"/>
              <a:cs typeface="IBM Plex Sans"/>
              <a:sym typeface="IBM Plex Sans"/>
            </a:endParaRPr>
          </a:p>
        </p:txBody>
      </p:sp>
      <p:sp>
        <p:nvSpPr>
          <p:cNvPr id="39" name="Google Shape;39;p2"/>
          <p:cNvSpPr/>
          <p:nvPr/>
        </p:nvSpPr>
        <p:spPr>
          <a:xfrm>
            <a:off x="6647954" y="2021681"/>
            <a:ext cx="1619964" cy="3453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/>
          <a:p>
            <a:pPr indent="0" lvl="0" marL="0" marR="0" rt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rgbClr val="14213D"/>
              </a:buClr>
              <a:buSzPts val="1800"/>
              <a:buFont typeface="IBM Plex Sans"/>
              <a:buNone/>
            </a:pPr>
            <a:r>
              <a:rPr b="0" i="0" lang="en-US" sz="1800" u="none" cap="none" strike="noStrike">
                <a:solidFill>
                  <a:srgbClr val="14213D"/>
                </a:solidFill>
                <a:latin typeface="IBM Plex Sans"/>
                <a:ea typeface="IBM Plex Sans"/>
                <a:cs typeface="IBM Plex Sans"/>
                <a:sym typeface="IBM Plex Sans"/>
              </a:rPr>
              <a:t>Casos de uso</a:t>
            </a:r>
            <a:endParaRPr b="0" i="0" sz="1800" u="none" cap="none" strike="noStrike">
              <a:solidFill>
                <a:schemeClr val="dk1"/>
              </a:solidFill>
              <a:latin typeface="IBM Plex Sans"/>
              <a:ea typeface="IBM Plex Sans"/>
              <a:cs typeface="IBM Plex Sans"/>
              <a:sym typeface="IBM Plex Sans"/>
            </a:endParaRPr>
          </a:p>
        </p:txBody>
      </p:sp>
      <p:cxnSp>
        <p:nvCxnSpPr>
          <p:cNvPr id="40" name="Google Shape;40;p2"/>
          <p:cNvCxnSpPr/>
          <p:nvPr/>
        </p:nvCxnSpPr>
        <p:spPr>
          <a:xfrm>
            <a:off x="812800" y="3041452"/>
            <a:ext cx="5283200" cy="0"/>
          </a:xfrm>
          <a:prstGeom prst="straightConnector1">
            <a:avLst/>
          </a:prstGeom>
          <a:noFill/>
          <a:ln cap="flat" cmpd="sng" w="12700">
            <a:solidFill>
              <a:srgbClr val="D5DDD8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1" name="Google Shape;41;p2"/>
          <p:cNvSpPr/>
          <p:nvPr/>
        </p:nvSpPr>
        <p:spPr>
          <a:xfrm>
            <a:off x="812800" y="2516981"/>
            <a:ext cx="416481" cy="4165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/>
          <a:p>
            <a:pPr indent="0" lvl="0" marL="0" marR="0" rt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rgbClr val="1F7A5C"/>
              </a:buClr>
              <a:buSzPts val="2200"/>
              <a:buFont typeface="Space Grotesk"/>
              <a:buNone/>
            </a:pPr>
            <a:r>
              <a:rPr b="1" i="0" lang="en-US" sz="2200" u="none" cap="none" strike="noStrike">
                <a:solidFill>
                  <a:srgbClr val="1F7A5C"/>
                </a:solidFill>
                <a:latin typeface="Space Grotesk"/>
                <a:ea typeface="Space Grotesk"/>
                <a:cs typeface="Space Grotesk"/>
                <a:sym typeface="Space Grotesk"/>
              </a:rPr>
              <a:t>02</a:t>
            </a:r>
            <a:endParaRPr b="0" i="0" sz="2200" u="none" cap="none" strike="noStrike">
              <a:solidFill>
                <a:schemeClr val="dk1"/>
              </a:solidFill>
              <a:latin typeface="IBM Plex Sans"/>
              <a:ea typeface="IBM Plex Sans"/>
              <a:cs typeface="IBM Plex Sans"/>
              <a:sym typeface="IBM Plex Sans"/>
            </a:endParaRPr>
          </a:p>
        </p:txBody>
      </p:sp>
      <p:sp>
        <p:nvSpPr>
          <p:cNvPr id="42" name="Google Shape;42;p2"/>
          <p:cNvSpPr/>
          <p:nvPr/>
        </p:nvSpPr>
        <p:spPr>
          <a:xfrm>
            <a:off x="1363067" y="2552502"/>
            <a:ext cx="3070503" cy="3453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/>
          <a:p>
            <a:pPr indent="0" lvl="0" marL="0" marR="0" rt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rgbClr val="14213D"/>
              </a:buClr>
              <a:buSzPts val="1800"/>
              <a:buFont typeface="IBM Plex Sans"/>
              <a:buNone/>
            </a:pPr>
            <a:r>
              <a:rPr b="0" i="0" lang="en-US" sz="1800" u="none" cap="none" strike="noStrike">
                <a:solidFill>
                  <a:srgbClr val="14213D"/>
                </a:solidFill>
                <a:latin typeface="IBM Plex Sans"/>
                <a:ea typeface="IBM Plex Sans"/>
                <a:cs typeface="IBM Plex Sans"/>
                <a:sym typeface="IBM Plex Sans"/>
              </a:rPr>
              <a:t>Modelo de base de datos</a:t>
            </a:r>
            <a:endParaRPr b="0" i="0" sz="1800" u="none" cap="none" strike="noStrike">
              <a:solidFill>
                <a:schemeClr val="dk1"/>
              </a:solidFill>
              <a:latin typeface="IBM Plex Sans"/>
              <a:ea typeface="IBM Plex Sans"/>
              <a:cs typeface="IBM Plex Sans"/>
              <a:sym typeface="IBM Plex Sans"/>
            </a:endParaRPr>
          </a:p>
        </p:txBody>
      </p:sp>
      <p:cxnSp>
        <p:nvCxnSpPr>
          <p:cNvPr id="43" name="Google Shape;43;p2"/>
          <p:cNvCxnSpPr/>
          <p:nvPr/>
        </p:nvCxnSpPr>
        <p:spPr>
          <a:xfrm>
            <a:off x="6096000" y="3041452"/>
            <a:ext cx="5283200" cy="0"/>
          </a:xfrm>
          <a:prstGeom prst="straightConnector1">
            <a:avLst/>
          </a:prstGeom>
          <a:noFill/>
          <a:ln cap="flat" cmpd="sng" w="12700">
            <a:solidFill>
              <a:srgbClr val="D5DDD8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2"/>
          <p:cNvSpPr/>
          <p:nvPr/>
        </p:nvSpPr>
        <p:spPr>
          <a:xfrm>
            <a:off x="6096000" y="2516981"/>
            <a:ext cx="424577" cy="4165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/>
          <a:p>
            <a:pPr indent="0" lvl="0" marL="0" marR="0" rt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rgbClr val="1F7A5C"/>
              </a:buClr>
              <a:buSzPts val="2200"/>
              <a:buFont typeface="Space Grotesk"/>
              <a:buNone/>
            </a:pPr>
            <a:r>
              <a:rPr b="1" i="0" lang="en-US" sz="2200" u="none" cap="none" strike="noStrike">
                <a:solidFill>
                  <a:srgbClr val="1F7A5C"/>
                </a:solidFill>
                <a:latin typeface="Space Grotesk"/>
                <a:ea typeface="Space Grotesk"/>
                <a:cs typeface="Space Grotesk"/>
                <a:sym typeface="Space Grotesk"/>
              </a:rPr>
              <a:t>06</a:t>
            </a:r>
            <a:endParaRPr b="0" i="0" sz="2200" u="none" cap="none" strike="noStrike">
              <a:solidFill>
                <a:schemeClr val="dk1"/>
              </a:solidFill>
              <a:latin typeface="IBM Plex Sans"/>
              <a:ea typeface="IBM Plex Sans"/>
              <a:cs typeface="IBM Plex Sans"/>
              <a:sym typeface="IBM Plex Sans"/>
            </a:endParaRPr>
          </a:p>
        </p:txBody>
      </p:sp>
      <p:sp>
        <p:nvSpPr>
          <p:cNvPr id="45" name="Google Shape;45;p2"/>
          <p:cNvSpPr/>
          <p:nvPr/>
        </p:nvSpPr>
        <p:spPr>
          <a:xfrm>
            <a:off x="6653014" y="2552502"/>
            <a:ext cx="2446139" cy="3453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/>
          <a:p>
            <a:pPr indent="0" lvl="0" marL="0" marR="0" rt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rgbClr val="14213D"/>
              </a:buClr>
              <a:buSzPts val="1800"/>
              <a:buFont typeface="IBM Plex Sans"/>
              <a:buNone/>
            </a:pPr>
            <a:r>
              <a:rPr b="0" i="0" lang="en-US" sz="1800" u="none" cap="none" strike="noStrike">
                <a:solidFill>
                  <a:srgbClr val="14213D"/>
                </a:solidFill>
                <a:latin typeface="IBM Plex Sans"/>
                <a:ea typeface="IBM Plex Sans"/>
                <a:cs typeface="IBM Plex Sans"/>
                <a:sym typeface="IBM Plex Sans"/>
              </a:rPr>
              <a:t>Historias de usuario</a:t>
            </a:r>
            <a:endParaRPr b="0" i="0" sz="1800" u="none" cap="none" strike="noStrike">
              <a:solidFill>
                <a:schemeClr val="dk1"/>
              </a:solidFill>
              <a:latin typeface="IBM Plex Sans"/>
              <a:ea typeface="IBM Plex Sans"/>
              <a:cs typeface="IBM Plex Sans"/>
              <a:sym typeface="IBM Plex Sans"/>
            </a:endParaRPr>
          </a:p>
        </p:txBody>
      </p:sp>
      <p:cxnSp>
        <p:nvCxnSpPr>
          <p:cNvPr id="46" name="Google Shape;46;p2"/>
          <p:cNvCxnSpPr/>
          <p:nvPr/>
        </p:nvCxnSpPr>
        <p:spPr>
          <a:xfrm>
            <a:off x="812800" y="3572272"/>
            <a:ext cx="5283200" cy="0"/>
          </a:xfrm>
          <a:prstGeom prst="straightConnector1">
            <a:avLst/>
          </a:prstGeom>
          <a:noFill/>
          <a:ln cap="flat" cmpd="sng" w="12700">
            <a:solidFill>
              <a:srgbClr val="D5DDD8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7" name="Google Shape;47;p2"/>
          <p:cNvSpPr/>
          <p:nvPr/>
        </p:nvSpPr>
        <p:spPr>
          <a:xfrm>
            <a:off x="812800" y="3047802"/>
            <a:ext cx="421124" cy="4165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/>
          <a:p>
            <a:pPr indent="0" lvl="0" marL="0" marR="0" rt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rgbClr val="1F7A5C"/>
              </a:buClr>
              <a:buSzPts val="2200"/>
              <a:buFont typeface="Space Grotesk"/>
              <a:buNone/>
            </a:pPr>
            <a:r>
              <a:rPr b="1" i="0" lang="en-US" sz="2200" u="none" cap="none" strike="noStrike">
                <a:solidFill>
                  <a:srgbClr val="1F7A5C"/>
                </a:solidFill>
                <a:latin typeface="Space Grotesk"/>
                <a:ea typeface="Space Grotesk"/>
                <a:cs typeface="Space Grotesk"/>
                <a:sym typeface="Space Grotesk"/>
              </a:rPr>
              <a:t>03</a:t>
            </a:r>
            <a:endParaRPr b="0" i="0" sz="2200" u="none" cap="none" strike="noStrike">
              <a:solidFill>
                <a:schemeClr val="dk1"/>
              </a:solidFill>
              <a:latin typeface="IBM Plex Sans"/>
              <a:ea typeface="IBM Plex Sans"/>
              <a:cs typeface="IBM Plex Sans"/>
              <a:sym typeface="IBM Plex Sans"/>
            </a:endParaRPr>
          </a:p>
        </p:txBody>
      </p:sp>
      <p:sp>
        <p:nvSpPr>
          <p:cNvPr id="48" name="Google Shape;48;p2"/>
          <p:cNvSpPr/>
          <p:nvPr/>
        </p:nvSpPr>
        <p:spPr>
          <a:xfrm>
            <a:off x="1366937" y="3083322"/>
            <a:ext cx="3126224" cy="3453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/>
          <a:p>
            <a:pPr indent="0" lvl="0" marL="0" marR="0" rt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rgbClr val="14213D"/>
              </a:buClr>
              <a:buSzPts val="1800"/>
              <a:buFont typeface="IBM Plex Sans"/>
              <a:buNone/>
            </a:pPr>
            <a:r>
              <a:rPr b="0" i="0" lang="en-US" sz="1800" u="none" cap="none" strike="noStrike">
                <a:solidFill>
                  <a:srgbClr val="14213D"/>
                </a:solidFill>
                <a:latin typeface="IBM Plex Sans"/>
                <a:ea typeface="IBM Plex Sans"/>
                <a:cs typeface="IBM Plex Sans"/>
                <a:sym typeface="IBM Plex Sans"/>
              </a:rPr>
              <a:t>Diagrama de arquitectura</a:t>
            </a:r>
            <a:endParaRPr b="0" i="0" sz="1800" u="none" cap="none" strike="noStrike">
              <a:solidFill>
                <a:schemeClr val="dk1"/>
              </a:solidFill>
              <a:latin typeface="IBM Plex Sans"/>
              <a:ea typeface="IBM Plex Sans"/>
              <a:cs typeface="IBM Plex Sans"/>
              <a:sym typeface="IBM Plex Sans"/>
            </a:endParaRPr>
          </a:p>
        </p:txBody>
      </p:sp>
      <p:cxnSp>
        <p:nvCxnSpPr>
          <p:cNvPr id="49" name="Google Shape;49;p2"/>
          <p:cNvCxnSpPr/>
          <p:nvPr/>
        </p:nvCxnSpPr>
        <p:spPr>
          <a:xfrm>
            <a:off x="6096000" y="3572272"/>
            <a:ext cx="5283200" cy="0"/>
          </a:xfrm>
          <a:prstGeom prst="straightConnector1">
            <a:avLst/>
          </a:prstGeom>
          <a:noFill/>
          <a:ln cap="flat" cmpd="sng" w="12700">
            <a:solidFill>
              <a:srgbClr val="D5DDD8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0" name="Google Shape;50;p2"/>
          <p:cNvSpPr/>
          <p:nvPr/>
        </p:nvSpPr>
        <p:spPr>
          <a:xfrm>
            <a:off x="6096000" y="3047802"/>
            <a:ext cx="396359" cy="4165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/>
          <a:p>
            <a:pPr indent="0" lvl="0" marL="0" marR="0" rt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rgbClr val="1F7A5C"/>
              </a:buClr>
              <a:buSzPts val="2200"/>
              <a:buFont typeface="Space Grotesk"/>
              <a:buNone/>
            </a:pPr>
            <a:r>
              <a:rPr b="1" i="0" lang="en-US" sz="2200" u="none" cap="none" strike="noStrike">
                <a:solidFill>
                  <a:srgbClr val="1F7A5C"/>
                </a:solidFill>
                <a:latin typeface="Space Grotesk"/>
                <a:ea typeface="Space Grotesk"/>
                <a:cs typeface="Space Grotesk"/>
                <a:sym typeface="Space Grotesk"/>
              </a:rPr>
              <a:t>07</a:t>
            </a:r>
            <a:endParaRPr b="0" i="0" sz="2200" u="none" cap="none" strike="noStrike">
              <a:solidFill>
                <a:schemeClr val="dk1"/>
              </a:solidFill>
              <a:latin typeface="IBM Plex Sans"/>
              <a:ea typeface="IBM Plex Sans"/>
              <a:cs typeface="IBM Plex Sans"/>
              <a:sym typeface="IBM Plex Sans"/>
            </a:endParaRPr>
          </a:p>
        </p:txBody>
      </p:sp>
      <p:sp>
        <p:nvSpPr>
          <p:cNvPr id="51" name="Google Shape;51;p2"/>
          <p:cNvSpPr/>
          <p:nvPr/>
        </p:nvSpPr>
        <p:spPr>
          <a:xfrm>
            <a:off x="6629499" y="3083322"/>
            <a:ext cx="2164437" cy="3453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/>
          <a:p>
            <a:pPr indent="0" lvl="0" marL="0" marR="0" rt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rgbClr val="14213D"/>
              </a:buClr>
              <a:buSzPts val="1800"/>
              <a:buFont typeface="IBM Plex Sans"/>
              <a:buNone/>
            </a:pPr>
            <a:r>
              <a:rPr b="0" i="0" lang="en-US" sz="1800" u="none" cap="none" strike="noStrike">
                <a:solidFill>
                  <a:srgbClr val="14213D"/>
                </a:solidFill>
                <a:latin typeface="IBM Plex Sans"/>
                <a:ea typeface="IBM Plex Sans"/>
                <a:cs typeface="IBM Plex Sans"/>
                <a:sym typeface="IBM Plex Sans"/>
              </a:rPr>
              <a:t>Mapa tecnológico</a:t>
            </a:r>
            <a:endParaRPr b="0" i="0" sz="1800" u="none" cap="none" strike="noStrike">
              <a:solidFill>
                <a:schemeClr val="dk1"/>
              </a:solidFill>
              <a:latin typeface="IBM Plex Sans"/>
              <a:ea typeface="IBM Plex Sans"/>
              <a:cs typeface="IBM Plex Sans"/>
              <a:sym typeface="IBM Plex Sans"/>
            </a:endParaRPr>
          </a:p>
        </p:txBody>
      </p:sp>
      <p:cxnSp>
        <p:nvCxnSpPr>
          <p:cNvPr id="52" name="Google Shape;52;p2"/>
          <p:cNvCxnSpPr/>
          <p:nvPr/>
        </p:nvCxnSpPr>
        <p:spPr>
          <a:xfrm>
            <a:off x="812800" y="4103092"/>
            <a:ext cx="5283200" cy="0"/>
          </a:xfrm>
          <a:prstGeom prst="straightConnector1">
            <a:avLst/>
          </a:prstGeom>
          <a:noFill/>
          <a:ln cap="flat" cmpd="sng" w="12700">
            <a:solidFill>
              <a:srgbClr val="D5DDD8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3" name="Google Shape;53;p2"/>
          <p:cNvSpPr/>
          <p:nvPr/>
        </p:nvSpPr>
        <p:spPr>
          <a:xfrm>
            <a:off x="812800" y="3578622"/>
            <a:ext cx="430530" cy="4165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/>
          <a:p>
            <a:pPr indent="0" lvl="0" marL="0" marR="0" rt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rgbClr val="1F7A5C"/>
              </a:buClr>
              <a:buSzPts val="2200"/>
              <a:buFont typeface="Space Grotesk"/>
              <a:buNone/>
            </a:pPr>
            <a:r>
              <a:rPr b="1" i="0" lang="en-US" sz="2200" u="none" cap="none" strike="noStrike">
                <a:solidFill>
                  <a:srgbClr val="1F7A5C"/>
                </a:solidFill>
                <a:latin typeface="Space Grotesk"/>
                <a:ea typeface="Space Grotesk"/>
                <a:cs typeface="Space Grotesk"/>
                <a:sym typeface="Space Grotesk"/>
              </a:rPr>
              <a:t>04</a:t>
            </a:r>
            <a:endParaRPr b="0" i="0" sz="2200" u="none" cap="none" strike="noStrike">
              <a:solidFill>
                <a:schemeClr val="dk1"/>
              </a:solidFill>
              <a:latin typeface="IBM Plex Sans"/>
              <a:ea typeface="IBM Plex Sans"/>
              <a:cs typeface="IBM Plex Sans"/>
              <a:sym typeface="IBM Plex Sans"/>
            </a:endParaRPr>
          </a:p>
        </p:txBody>
      </p:sp>
      <p:sp>
        <p:nvSpPr>
          <p:cNvPr id="54" name="Google Shape;54;p2"/>
          <p:cNvSpPr/>
          <p:nvPr/>
        </p:nvSpPr>
        <p:spPr>
          <a:xfrm>
            <a:off x="1374775" y="3614142"/>
            <a:ext cx="3298984" cy="3453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/>
          <a:p>
            <a:pPr indent="0" lvl="0" marL="0" marR="0" rt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rgbClr val="14213D"/>
              </a:buClr>
              <a:buSzPts val="1800"/>
              <a:buFont typeface="IBM Plex Sans"/>
              <a:buNone/>
            </a:pPr>
            <a:r>
              <a:rPr b="0" i="0" lang="en-US" sz="1800" u="none" cap="none" strike="noStrike">
                <a:solidFill>
                  <a:srgbClr val="14213D"/>
                </a:solidFill>
                <a:latin typeface="IBM Plex Sans"/>
                <a:ea typeface="IBM Plex Sans"/>
                <a:cs typeface="IBM Plex Sans"/>
                <a:sym typeface="IBM Plex Sans"/>
              </a:rPr>
              <a:t>Diagrama de </a:t>
            </a:r>
            <a:r>
              <a:rPr lang="en-US" sz="1800">
                <a:solidFill>
                  <a:srgbClr val="14213D"/>
                </a:solidFill>
                <a:latin typeface="IBM Plex Sans"/>
                <a:ea typeface="IBM Plex Sans"/>
                <a:cs typeface="IBM Plex Sans"/>
                <a:sym typeface="IBM Plex Sans"/>
              </a:rPr>
              <a:t>comunicación</a:t>
            </a:r>
            <a:endParaRPr b="0" i="0" sz="1800" u="none" cap="none" strike="noStrike">
              <a:solidFill>
                <a:schemeClr val="dk1"/>
              </a:solidFill>
              <a:latin typeface="IBM Plex Sans"/>
              <a:ea typeface="IBM Plex Sans"/>
              <a:cs typeface="IBM Plex Sans"/>
              <a:sym typeface="IBM Plex Sans"/>
            </a:endParaRPr>
          </a:p>
        </p:txBody>
      </p:sp>
      <p:cxnSp>
        <p:nvCxnSpPr>
          <p:cNvPr id="55" name="Google Shape;55;p2"/>
          <p:cNvCxnSpPr/>
          <p:nvPr/>
        </p:nvCxnSpPr>
        <p:spPr>
          <a:xfrm>
            <a:off x="6096000" y="4103092"/>
            <a:ext cx="5283200" cy="0"/>
          </a:xfrm>
          <a:prstGeom prst="straightConnector1">
            <a:avLst/>
          </a:prstGeom>
          <a:noFill/>
          <a:ln cap="flat" cmpd="sng" w="12700">
            <a:solidFill>
              <a:srgbClr val="D5DDD8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6" name="Google Shape;56;p2"/>
          <p:cNvSpPr/>
          <p:nvPr/>
        </p:nvSpPr>
        <p:spPr>
          <a:xfrm>
            <a:off x="6096000" y="3578622"/>
            <a:ext cx="418505" cy="4165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/>
          <a:p>
            <a:pPr indent="0" lvl="0" marL="0" marR="0" rt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rgbClr val="1F7A5C"/>
              </a:buClr>
              <a:buSzPts val="2200"/>
              <a:buFont typeface="Space Grotesk"/>
              <a:buNone/>
            </a:pPr>
            <a:r>
              <a:rPr b="1" i="0" lang="en-US" sz="2200" u="none" cap="none" strike="noStrike">
                <a:solidFill>
                  <a:srgbClr val="1F7A5C"/>
                </a:solidFill>
                <a:latin typeface="Space Grotesk"/>
                <a:ea typeface="Space Grotesk"/>
                <a:cs typeface="Space Grotesk"/>
                <a:sym typeface="Space Grotesk"/>
              </a:rPr>
              <a:t>08</a:t>
            </a:r>
            <a:endParaRPr b="0" i="0" sz="2200" u="none" cap="none" strike="noStrike">
              <a:solidFill>
                <a:schemeClr val="dk1"/>
              </a:solidFill>
              <a:latin typeface="IBM Plex Sans"/>
              <a:ea typeface="IBM Plex Sans"/>
              <a:cs typeface="IBM Plex Sans"/>
              <a:sym typeface="IBM Plex Sans"/>
            </a:endParaRPr>
          </a:p>
        </p:txBody>
      </p:sp>
      <p:sp>
        <p:nvSpPr>
          <p:cNvPr id="57" name="Google Shape;57;p2"/>
          <p:cNvSpPr/>
          <p:nvPr/>
        </p:nvSpPr>
        <p:spPr>
          <a:xfrm>
            <a:off x="6647954" y="3614142"/>
            <a:ext cx="2580323" cy="3453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/>
          <a:p>
            <a:pPr indent="0" lvl="0" marL="0" marR="0" rt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rgbClr val="14213D"/>
              </a:buClr>
              <a:buSzPts val="1800"/>
              <a:buFont typeface="IBM Plex Sans"/>
              <a:buNone/>
            </a:pPr>
            <a:r>
              <a:rPr b="0" i="0" lang="en-US" sz="1800" u="none" cap="none" strike="noStrike">
                <a:solidFill>
                  <a:srgbClr val="14213D"/>
                </a:solidFill>
                <a:latin typeface="IBM Plex Sans"/>
                <a:ea typeface="IBM Plex Sans"/>
                <a:cs typeface="IBM Plex Sans"/>
                <a:sym typeface="IBM Plex Sans"/>
              </a:rPr>
              <a:t>Flujo de la aplicación</a:t>
            </a:r>
            <a:endParaRPr b="0" i="0" sz="1800" u="none" cap="none" strike="noStrike">
              <a:solidFill>
                <a:schemeClr val="dk1"/>
              </a:solidFill>
              <a:latin typeface="IBM Plex Sans"/>
              <a:ea typeface="IBM Plex Sans"/>
              <a:cs typeface="IBM Plex Sans"/>
              <a:sym typeface="IBM Plex Sans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6F7F4"/>
        </a:solidFill>
      </p:bgPr>
    </p:bg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"/>
          <p:cNvSpPr txBox="1"/>
          <p:nvPr>
            <p:ph type="title"/>
          </p:nvPr>
        </p:nvSpPr>
        <p:spPr>
          <a:xfrm>
            <a:off x="812800" y="1127720"/>
            <a:ext cx="10883392" cy="52824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/>
          <a:p>
            <a:pPr indent="0" lvl="0" marL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14213D"/>
              </a:buClr>
              <a:buSzPts val="3600"/>
              <a:buFont typeface="Space Grotesk"/>
              <a:buNone/>
            </a:pPr>
            <a:r>
              <a:rPr b="1" i="0" lang="en-US" sz="3600">
                <a:solidFill>
                  <a:srgbClr val="14213D"/>
                </a:solidFill>
                <a:latin typeface="Space Grotesk"/>
                <a:ea typeface="Space Grotesk"/>
                <a:cs typeface="Space Grotesk"/>
                <a:sym typeface="Space Grotesk"/>
              </a:rPr>
              <a:t>¿Qué es BackToMe?</a:t>
            </a:r>
            <a:endParaRPr sz="3600"/>
          </a:p>
        </p:txBody>
      </p:sp>
      <p:sp>
        <p:nvSpPr>
          <p:cNvPr id="64" name="Google Shape;64;p3"/>
          <p:cNvSpPr/>
          <p:nvPr/>
        </p:nvSpPr>
        <p:spPr>
          <a:xfrm>
            <a:off x="812800" y="2526109"/>
            <a:ext cx="9810750" cy="1054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/>
          <a:p>
            <a:pPr indent="0" lvl="0" marL="0" marR="0" rtl="0"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  <a:buClr>
                <a:srgbClr val="2D3748"/>
              </a:buClr>
              <a:buSzPts val="2000"/>
              <a:buFont typeface="IBM Plex Sans"/>
              <a:buNone/>
            </a:pPr>
            <a:r>
              <a:rPr b="0" i="0" lang="en-US" sz="2000" u="none" cap="none" strike="noStrike">
                <a:solidFill>
                  <a:srgbClr val="2D3748"/>
                </a:solidFill>
                <a:latin typeface="IBM Plex Sans"/>
                <a:ea typeface="IBM Plex Sans"/>
                <a:cs typeface="IBM Plex Sans"/>
                <a:sym typeface="IBM Plex Sans"/>
              </a:rPr>
              <a:t>Una plataforma SaaS que reemplaza los cuadernos de guardia y las publicaciones en redes sociales por un proceso digital, privado y trazable para devolver objetos perdidos en universidades y empresas.</a:t>
            </a:r>
            <a:endParaRPr b="0" i="0" sz="2000" u="none" cap="none" strike="noStrike">
              <a:solidFill>
                <a:schemeClr val="dk1"/>
              </a:solidFill>
              <a:latin typeface="IBM Plex Sans"/>
              <a:ea typeface="IBM Plex Sans"/>
              <a:cs typeface="IBM Plex Sans"/>
              <a:sym typeface="IBM Plex Sans"/>
            </a:endParaRPr>
          </a:p>
        </p:txBody>
      </p:sp>
      <p:sp>
        <p:nvSpPr>
          <p:cNvPr id="65" name="Google Shape;65;p3"/>
          <p:cNvSpPr/>
          <p:nvPr/>
        </p:nvSpPr>
        <p:spPr>
          <a:xfrm>
            <a:off x="819150" y="4456609"/>
            <a:ext cx="2476500" cy="1379041"/>
          </a:xfrm>
          <a:prstGeom prst="roundRect">
            <a:avLst>
              <a:gd fmla="val 6907" name="adj"/>
            </a:avLst>
          </a:prstGeom>
          <a:solidFill>
            <a:srgbClr val="FFFFFF"/>
          </a:solidFill>
          <a:ln cap="flat" cmpd="sng" w="12700">
            <a:solidFill>
              <a:srgbClr val="D5DDD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6" name="Google Shape;66;p3"/>
          <p:cNvSpPr/>
          <p:nvPr/>
        </p:nvSpPr>
        <p:spPr>
          <a:xfrm>
            <a:off x="1028700" y="4666159"/>
            <a:ext cx="2119122" cy="2691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/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14213D"/>
              </a:buClr>
              <a:buSzPts val="1600"/>
              <a:buFont typeface="Space Grotesk"/>
              <a:buNone/>
            </a:pPr>
            <a:r>
              <a:rPr b="1" i="0" lang="en-US" sz="1600" u="none" cap="none" strike="noStrike">
                <a:solidFill>
                  <a:srgbClr val="14213D"/>
                </a:solidFill>
                <a:latin typeface="Space Grotesk"/>
                <a:ea typeface="Space Grotesk"/>
                <a:cs typeface="Space Grotesk"/>
                <a:sym typeface="Space Grotesk"/>
              </a:rPr>
              <a:t>Catálogo ciego</a:t>
            </a:r>
            <a:endParaRPr b="0" i="0" sz="1600" u="none" cap="none" strike="noStrike">
              <a:solidFill>
                <a:schemeClr val="dk1"/>
              </a:solidFill>
              <a:latin typeface="IBM Plex Sans"/>
              <a:ea typeface="IBM Plex Sans"/>
              <a:cs typeface="IBM Plex Sans"/>
              <a:sym typeface="IBM Plex Sans"/>
            </a:endParaRPr>
          </a:p>
        </p:txBody>
      </p:sp>
      <p:sp>
        <p:nvSpPr>
          <p:cNvPr id="67" name="Google Shape;67;p3"/>
          <p:cNvSpPr/>
          <p:nvPr/>
        </p:nvSpPr>
        <p:spPr>
          <a:xfrm>
            <a:off x="1028700" y="4986139"/>
            <a:ext cx="2119122" cy="66536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/>
          <a:p>
            <a:pPr indent="0" lvl="0" marL="0" marR="0" rt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rgbClr val="4A5568"/>
              </a:buClr>
              <a:buSzPts val="1200"/>
              <a:buFont typeface="IBM Plex Sans"/>
              <a:buNone/>
            </a:pPr>
            <a:r>
              <a:rPr b="0" i="0" lang="en-US" sz="1200" u="none" cap="none" strike="noStrike">
                <a:solidFill>
                  <a:srgbClr val="4A5568"/>
                </a:solidFill>
                <a:latin typeface="IBM Plex Sans"/>
                <a:ea typeface="IBM Plex Sans"/>
                <a:cs typeface="IBM Plex Sans"/>
                <a:sym typeface="IBM Plex Sans"/>
              </a:rPr>
              <a:t>Oculta rasgos distintivos y valida al dueño con preguntas de desempate.</a:t>
            </a:r>
            <a:endParaRPr b="0" i="0" sz="1200" u="none" cap="none" strike="noStrike">
              <a:solidFill>
                <a:schemeClr val="dk1"/>
              </a:solidFill>
              <a:latin typeface="IBM Plex Sans"/>
              <a:ea typeface="IBM Plex Sans"/>
              <a:cs typeface="IBM Plex Sans"/>
              <a:sym typeface="IBM Plex Sans"/>
            </a:endParaRPr>
          </a:p>
        </p:txBody>
      </p:sp>
      <p:sp>
        <p:nvSpPr>
          <p:cNvPr id="68" name="Google Shape;68;p3"/>
          <p:cNvSpPr/>
          <p:nvPr/>
        </p:nvSpPr>
        <p:spPr>
          <a:xfrm>
            <a:off x="3511550" y="4456609"/>
            <a:ext cx="2476500" cy="1379041"/>
          </a:xfrm>
          <a:prstGeom prst="roundRect">
            <a:avLst>
              <a:gd fmla="val 6907" name="adj"/>
            </a:avLst>
          </a:prstGeom>
          <a:solidFill>
            <a:srgbClr val="FFFFFF"/>
          </a:solidFill>
          <a:ln cap="flat" cmpd="sng" w="12700">
            <a:solidFill>
              <a:srgbClr val="D5DDD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9" name="Google Shape;69;p3"/>
          <p:cNvSpPr/>
          <p:nvPr/>
        </p:nvSpPr>
        <p:spPr>
          <a:xfrm>
            <a:off x="3721100" y="4666159"/>
            <a:ext cx="2119122" cy="2691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/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14213D"/>
              </a:buClr>
              <a:buSzPts val="1600"/>
              <a:buFont typeface="Space Grotesk"/>
              <a:buNone/>
            </a:pPr>
            <a:r>
              <a:rPr b="1" i="0" lang="en-US" sz="1600" u="none" cap="none" strike="noStrike">
                <a:solidFill>
                  <a:srgbClr val="14213D"/>
                </a:solidFill>
                <a:latin typeface="Space Grotesk"/>
                <a:ea typeface="Space Grotesk"/>
                <a:cs typeface="Space Grotesk"/>
                <a:sym typeface="Space Grotesk"/>
              </a:rPr>
              <a:t>Mis Bienes + QR</a:t>
            </a:r>
            <a:endParaRPr b="0" i="0" sz="1600" u="none" cap="none" strike="noStrike">
              <a:solidFill>
                <a:schemeClr val="dk1"/>
              </a:solidFill>
              <a:latin typeface="IBM Plex Sans"/>
              <a:ea typeface="IBM Plex Sans"/>
              <a:cs typeface="IBM Plex Sans"/>
              <a:sym typeface="IBM Plex Sans"/>
            </a:endParaRPr>
          </a:p>
        </p:txBody>
      </p:sp>
      <p:sp>
        <p:nvSpPr>
          <p:cNvPr id="70" name="Google Shape;70;p3"/>
          <p:cNvSpPr/>
          <p:nvPr/>
        </p:nvSpPr>
        <p:spPr>
          <a:xfrm>
            <a:off x="3721100" y="4986139"/>
            <a:ext cx="2119122" cy="66536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/>
          <a:p>
            <a:pPr indent="0" lvl="0" marL="0" marR="0" rt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rgbClr val="4A5568"/>
              </a:buClr>
              <a:buSzPts val="1200"/>
              <a:buFont typeface="IBM Plex Sans"/>
              <a:buNone/>
            </a:pPr>
            <a:r>
              <a:rPr b="0" i="0" lang="en-US" sz="1200" u="none" cap="none" strike="noStrike">
                <a:solidFill>
                  <a:srgbClr val="4A5568"/>
                </a:solidFill>
                <a:latin typeface="IBM Plex Sans"/>
                <a:ea typeface="IBM Plex Sans"/>
                <a:cs typeface="IBM Plex Sans"/>
                <a:sym typeface="IBM Plex Sans"/>
              </a:rPr>
              <a:t>Enrolamiento preventivo de hasta 30 objetos con sticker QR firmado.</a:t>
            </a:r>
            <a:endParaRPr b="0" i="0" sz="1200" u="none" cap="none" strike="noStrike">
              <a:solidFill>
                <a:schemeClr val="dk1"/>
              </a:solidFill>
              <a:latin typeface="IBM Plex Sans"/>
              <a:ea typeface="IBM Plex Sans"/>
              <a:cs typeface="IBM Plex Sans"/>
              <a:sym typeface="IBM Plex Sans"/>
            </a:endParaRPr>
          </a:p>
        </p:txBody>
      </p:sp>
      <p:sp>
        <p:nvSpPr>
          <p:cNvPr id="71" name="Google Shape;71;p3"/>
          <p:cNvSpPr/>
          <p:nvPr/>
        </p:nvSpPr>
        <p:spPr>
          <a:xfrm>
            <a:off x="6203950" y="4456609"/>
            <a:ext cx="2476500" cy="1379041"/>
          </a:xfrm>
          <a:prstGeom prst="roundRect">
            <a:avLst>
              <a:gd fmla="val 6907" name="adj"/>
            </a:avLst>
          </a:prstGeom>
          <a:solidFill>
            <a:srgbClr val="FFFFFF"/>
          </a:solidFill>
          <a:ln cap="flat" cmpd="sng" w="12700">
            <a:solidFill>
              <a:srgbClr val="D5DDD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2" name="Google Shape;72;p3"/>
          <p:cNvSpPr/>
          <p:nvPr/>
        </p:nvSpPr>
        <p:spPr>
          <a:xfrm>
            <a:off x="6413500" y="4666159"/>
            <a:ext cx="2119122" cy="2691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/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14213D"/>
              </a:buClr>
              <a:buSzPts val="1600"/>
              <a:buFont typeface="Space Grotesk"/>
              <a:buNone/>
            </a:pPr>
            <a:r>
              <a:rPr b="1" i="0" lang="en-US" sz="1600" u="none" cap="none" strike="noStrike">
                <a:solidFill>
                  <a:srgbClr val="14213D"/>
                </a:solidFill>
                <a:latin typeface="Space Grotesk"/>
                <a:ea typeface="Space Grotesk"/>
                <a:cs typeface="Space Grotesk"/>
                <a:sym typeface="Space Grotesk"/>
              </a:rPr>
              <a:t>Acta digital</a:t>
            </a:r>
            <a:endParaRPr b="0" i="0" sz="1600" u="none" cap="none" strike="noStrike">
              <a:solidFill>
                <a:schemeClr val="dk1"/>
              </a:solidFill>
              <a:latin typeface="IBM Plex Sans"/>
              <a:ea typeface="IBM Plex Sans"/>
              <a:cs typeface="IBM Plex Sans"/>
              <a:sym typeface="IBM Plex Sans"/>
            </a:endParaRPr>
          </a:p>
        </p:txBody>
      </p:sp>
      <p:sp>
        <p:nvSpPr>
          <p:cNvPr id="73" name="Google Shape;73;p3"/>
          <p:cNvSpPr/>
          <p:nvPr/>
        </p:nvSpPr>
        <p:spPr>
          <a:xfrm>
            <a:off x="6413500" y="4986139"/>
            <a:ext cx="2119122" cy="66536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/>
          <a:p>
            <a:pPr indent="0" lvl="0" marL="0" marR="0" rt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rgbClr val="4A5568"/>
              </a:buClr>
              <a:buSzPts val="1200"/>
              <a:buFont typeface="IBM Plex Sans"/>
              <a:buNone/>
            </a:pPr>
            <a:r>
              <a:rPr b="0" i="0" lang="en-US" sz="1200" u="none" cap="none" strike="noStrike">
                <a:solidFill>
                  <a:srgbClr val="4A5568"/>
                </a:solidFill>
                <a:latin typeface="IBM Plex Sans"/>
                <a:ea typeface="IBM Plex Sans"/>
                <a:cs typeface="IBM Plex Sans"/>
                <a:sym typeface="IBM Plex Sans"/>
              </a:rPr>
              <a:t>Entrega con firma</a:t>
            </a:r>
            <a:r>
              <a:rPr lang="en-US" sz="1200">
                <a:solidFill>
                  <a:srgbClr val="4A5568"/>
                </a:solidFill>
                <a:latin typeface="IBM Plex Sans"/>
                <a:ea typeface="IBM Plex Sans"/>
                <a:cs typeface="IBM Plex Sans"/>
                <a:sym typeface="IBM Plex Sans"/>
              </a:rPr>
              <a:t>, </a:t>
            </a:r>
            <a:r>
              <a:rPr b="0" i="0" lang="en-US" sz="1200" u="none" cap="none" strike="noStrike">
                <a:solidFill>
                  <a:srgbClr val="4A5568"/>
                </a:solidFill>
                <a:latin typeface="IBM Plex Sans"/>
                <a:ea typeface="IBM Plex Sans"/>
                <a:cs typeface="IBM Plex Sans"/>
                <a:sym typeface="IBM Plex Sans"/>
              </a:rPr>
              <a:t>hash SHA-256 que cierra la cadena de custodia.</a:t>
            </a:r>
            <a:endParaRPr b="0" i="0" sz="1200" u="none" cap="none" strike="noStrike">
              <a:solidFill>
                <a:schemeClr val="dk1"/>
              </a:solidFill>
              <a:latin typeface="IBM Plex Sans"/>
              <a:ea typeface="IBM Plex Sans"/>
              <a:cs typeface="IBM Plex Sans"/>
              <a:sym typeface="IBM Plex Sans"/>
            </a:endParaRPr>
          </a:p>
        </p:txBody>
      </p:sp>
      <p:sp>
        <p:nvSpPr>
          <p:cNvPr id="74" name="Google Shape;74;p3"/>
          <p:cNvSpPr/>
          <p:nvPr/>
        </p:nvSpPr>
        <p:spPr>
          <a:xfrm>
            <a:off x="8896350" y="4456609"/>
            <a:ext cx="2476500" cy="1379041"/>
          </a:xfrm>
          <a:prstGeom prst="roundRect">
            <a:avLst>
              <a:gd fmla="val 6907" name="adj"/>
            </a:avLst>
          </a:prstGeom>
          <a:solidFill>
            <a:srgbClr val="FFFFFF"/>
          </a:solidFill>
          <a:ln cap="flat" cmpd="sng" w="12700">
            <a:solidFill>
              <a:srgbClr val="D5DDD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5" name="Google Shape;75;p3"/>
          <p:cNvSpPr/>
          <p:nvPr/>
        </p:nvSpPr>
        <p:spPr>
          <a:xfrm>
            <a:off x="9105900" y="4666159"/>
            <a:ext cx="2119122" cy="2691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/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14213D"/>
              </a:buClr>
              <a:buSzPts val="1600"/>
              <a:buFont typeface="Space Grotesk"/>
              <a:buNone/>
            </a:pPr>
            <a:r>
              <a:rPr b="1" i="0" lang="en-US" sz="1600" u="none" cap="none" strike="noStrike">
                <a:solidFill>
                  <a:srgbClr val="14213D"/>
                </a:solidFill>
                <a:latin typeface="Space Grotesk"/>
                <a:ea typeface="Space Grotesk"/>
                <a:cs typeface="Space Grotesk"/>
                <a:sym typeface="Space Grotesk"/>
              </a:rPr>
              <a:t>Multi-tenant</a:t>
            </a:r>
            <a:endParaRPr b="0" i="0" sz="1600" u="none" cap="none" strike="noStrike">
              <a:solidFill>
                <a:schemeClr val="dk1"/>
              </a:solidFill>
              <a:latin typeface="IBM Plex Sans"/>
              <a:ea typeface="IBM Plex Sans"/>
              <a:cs typeface="IBM Plex Sans"/>
              <a:sym typeface="IBM Plex Sans"/>
            </a:endParaRPr>
          </a:p>
        </p:txBody>
      </p:sp>
      <p:sp>
        <p:nvSpPr>
          <p:cNvPr id="76" name="Google Shape;76;p3"/>
          <p:cNvSpPr/>
          <p:nvPr/>
        </p:nvSpPr>
        <p:spPr>
          <a:xfrm>
            <a:off x="9105900" y="4986139"/>
            <a:ext cx="2119122" cy="66536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/>
          <a:p>
            <a:pPr indent="0" lvl="0" marL="0" marR="0" rt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rgbClr val="4A5568"/>
              </a:buClr>
              <a:buSzPts val="1200"/>
              <a:buFont typeface="IBM Plex Sans"/>
              <a:buNone/>
            </a:pPr>
            <a:r>
              <a:rPr b="0" i="0" lang="en-US" sz="1200" u="none" cap="none" strike="noStrike">
                <a:solidFill>
                  <a:srgbClr val="4A5568"/>
                </a:solidFill>
                <a:latin typeface="IBM Plex Sans"/>
                <a:ea typeface="IBM Plex Sans"/>
                <a:cs typeface="IBM Plex Sans"/>
                <a:sym typeface="IBM Plex Sans"/>
              </a:rPr>
              <a:t>Cada institución aislada con Row-Level Security en PostgreSQL.</a:t>
            </a:r>
            <a:endParaRPr b="0" i="0" sz="1200" u="none" cap="none" strike="noStrike">
              <a:solidFill>
                <a:schemeClr val="dk1"/>
              </a:solidFill>
              <a:latin typeface="IBM Plex Sans"/>
              <a:ea typeface="IBM Plex Sans"/>
              <a:cs typeface="IBM Plex Sans"/>
              <a:sym typeface="IBM Plex Sans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E8EEEA"/>
        </a:solidFill>
      </p:bgPr>
    </p:bg>
    <p:spTree>
      <p:nvGrpSpPr>
        <p:cNvPr id="81" name="Shape 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Google Shape;82;p4"/>
          <p:cNvSpPr txBox="1"/>
          <p:nvPr>
            <p:ph type="title"/>
          </p:nvPr>
        </p:nvSpPr>
        <p:spPr>
          <a:xfrm>
            <a:off x="303975" y="154970"/>
            <a:ext cx="10883400" cy="528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 fontScale="90000"/>
          </a:bodyPr>
          <a:lstStyle/>
          <a:p>
            <a:pPr indent="0" lvl="0" marL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14213D"/>
              </a:buClr>
              <a:buSzPct val="100000"/>
              <a:buFont typeface="Space Grotesk"/>
              <a:buNone/>
            </a:pPr>
            <a:r>
              <a:rPr b="1" i="0" lang="en-US" sz="3600">
                <a:solidFill>
                  <a:srgbClr val="14213D"/>
                </a:solidFill>
                <a:latin typeface="Space Grotesk"/>
                <a:ea typeface="Space Grotesk"/>
                <a:cs typeface="Space Grotesk"/>
                <a:sym typeface="Space Grotesk"/>
              </a:rPr>
              <a:t>Modelo de base de datos</a:t>
            </a:r>
            <a:endParaRPr sz="3600"/>
          </a:p>
        </p:txBody>
      </p:sp>
      <p:pic>
        <p:nvPicPr>
          <p:cNvPr descr="Database" id="83" name="Google Shape;83;p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791200" y="3182541"/>
            <a:ext cx="609600" cy="609600"/>
          </a:xfrm>
          <a:prstGeom prst="rect">
            <a:avLst/>
          </a:prstGeom>
          <a:noFill/>
          <a:ln>
            <a:noFill/>
          </a:ln>
        </p:spPr>
      </p:pic>
      <p:sp>
        <p:nvSpPr>
          <p:cNvPr id="84" name="Google Shape;84;p4"/>
          <p:cNvSpPr/>
          <p:nvPr/>
        </p:nvSpPr>
        <p:spPr>
          <a:xfrm>
            <a:off x="3189327" y="3919141"/>
            <a:ext cx="5813346" cy="3098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/>
          <a:p>
            <a:pPr indent="0" lvl="0" marL="0" marR="0" rtl="0" algn="ctr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rgbClr val="14213D"/>
              </a:buClr>
              <a:buSzPts val="1600"/>
              <a:buFont typeface="IBM Plex Sans"/>
              <a:buNone/>
            </a:pPr>
            <a:r>
              <a:rPr b="1" i="0" lang="en-US" sz="1600" u="none" cap="none" strike="noStrike">
                <a:solidFill>
                  <a:srgbClr val="14213D"/>
                </a:solidFill>
                <a:latin typeface="IBM Plex Sans"/>
                <a:ea typeface="IBM Plex Sans"/>
                <a:cs typeface="IBM Plex Sans"/>
                <a:sym typeface="IBM Plex Sans"/>
              </a:rPr>
              <a:t>Inserta aquí la imagen del modelo de base de datos</a:t>
            </a:r>
            <a:endParaRPr b="0" i="0" sz="1600" u="none" cap="none" strike="noStrike">
              <a:solidFill>
                <a:schemeClr val="dk1"/>
              </a:solidFill>
              <a:latin typeface="IBM Plex Sans"/>
              <a:ea typeface="IBM Plex Sans"/>
              <a:cs typeface="IBM Plex Sans"/>
              <a:sym typeface="IBM Plex Sans"/>
            </a:endParaRPr>
          </a:p>
        </p:txBody>
      </p:sp>
      <p:sp>
        <p:nvSpPr>
          <p:cNvPr id="85" name="Google Shape;85;p4"/>
          <p:cNvSpPr/>
          <p:nvPr/>
        </p:nvSpPr>
        <p:spPr>
          <a:xfrm>
            <a:off x="3506272" y="4330601"/>
            <a:ext cx="5179457" cy="2387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/>
          <a:p>
            <a:pPr indent="0" lvl="0" marL="0" marR="0" rtl="0" algn="ctr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rgbClr val="4A5568"/>
              </a:buClr>
              <a:buSzPts val="1200"/>
              <a:buFont typeface="IBM Plex Sans"/>
              <a:buNone/>
            </a:pPr>
            <a:r>
              <a:rPr b="0" i="0" lang="en-US" sz="1200" u="none" cap="none" strike="noStrike">
                <a:solidFill>
                  <a:srgbClr val="4A5568"/>
                </a:solidFill>
                <a:latin typeface="IBM Plex Sans"/>
                <a:ea typeface="IBM Plex Sans"/>
                <a:cs typeface="IBM Plex Sans"/>
                <a:sym typeface="IBM Plex Sans"/>
              </a:rPr>
              <a:t>Reemplaza este recuadro por la imagen exportada (PNG o SVG)</a:t>
            </a:r>
            <a:endParaRPr b="0" i="0" sz="1200" u="none" cap="none" strike="noStrike">
              <a:solidFill>
                <a:schemeClr val="dk1"/>
              </a:solidFill>
              <a:latin typeface="IBM Plex Sans"/>
              <a:ea typeface="IBM Plex Sans"/>
              <a:cs typeface="IBM Plex Sans"/>
              <a:sym typeface="IBM Plex Sans"/>
            </a:endParaRPr>
          </a:p>
        </p:txBody>
      </p:sp>
      <p:pic>
        <p:nvPicPr>
          <p:cNvPr id="86" name="Google Shape;86;p4" title="diagrama_db.png"/>
          <p:cNvPicPr preferRelativeResize="0"/>
          <p:nvPr/>
        </p:nvPicPr>
        <p:blipFill rotWithShape="1">
          <a:blip r:embed="rId4">
            <a:alphaModFix/>
          </a:blip>
          <a:srcRect b="20698" l="0" r="46309" t="0"/>
          <a:stretch/>
        </p:blipFill>
        <p:spPr>
          <a:xfrm>
            <a:off x="303975" y="683275"/>
            <a:ext cx="10334694" cy="59923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E8EEEA"/>
        </a:solidFill>
      </p:bgPr>
    </p:bg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5"/>
          <p:cNvSpPr txBox="1"/>
          <p:nvPr>
            <p:ph type="title"/>
          </p:nvPr>
        </p:nvSpPr>
        <p:spPr>
          <a:xfrm>
            <a:off x="346675" y="94170"/>
            <a:ext cx="10883400" cy="528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 fontScale="90000"/>
          </a:bodyPr>
          <a:lstStyle/>
          <a:p>
            <a:pPr indent="0" lvl="0" marL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14213D"/>
              </a:buClr>
              <a:buSzPct val="100000"/>
              <a:buFont typeface="Space Grotesk"/>
              <a:buNone/>
            </a:pPr>
            <a:r>
              <a:rPr b="1" i="0" lang="en-US" sz="3600">
                <a:solidFill>
                  <a:srgbClr val="14213D"/>
                </a:solidFill>
                <a:latin typeface="Space Grotesk"/>
                <a:ea typeface="Space Grotesk"/>
                <a:cs typeface="Space Grotesk"/>
                <a:sym typeface="Space Grotesk"/>
              </a:rPr>
              <a:t>Diagrama de arquitectura</a:t>
            </a:r>
            <a:endParaRPr sz="3600"/>
          </a:p>
        </p:txBody>
      </p:sp>
      <p:pic>
        <p:nvPicPr>
          <p:cNvPr id="93" name="Google Shape;93;p5" title="Diagrama_Arquitectura.png"/>
          <p:cNvPicPr preferRelativeResize="0"/>
          <p:nvPr/>
        </p:nvPicPr>
        <p:blipFill rotWithShape="1">
          <a:blip r:embed="rId3">
            <a:alphaModFix/>
          </a:blip>
          <a:srcRect b="60538" l="0" r="0" t="0"/>
          <a:stretch/>
        </p:blipFill>
        <p:spPr>
          <a:xfrm>
            <a:off x="0" y="1313175"/>
            <a:ext cx="12191998" cy="4487876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E8EEEA"/>
        </a:solidFill>
      </p:bgPr>
    </p:bg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h53718624b428c802_0_23"/>
          <p:cNvSpPr txBox="1"/>
          <p:nvPr>
            <p:ph type="title"/>
          </p:nvPr>
        </p:nvSpPr>
        <p:spPr>
          <a:xfrm>
            <a:off x="346675" y="94170"/>
            <a:ext cx="10883400" cy="528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 fontScale="90000"/>
          </a:bodyPr>
          <a:lstStyle/>
          <a:p>
            <a:pPr indent="0" lvl="0" marL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14213D"/>
              </a:buClr>
              <a:buSzPct val="100000"/>
              <a:buFont typeface="Space Grotesk"/>
              <a:buNone/>
            </a:pPr>
            <a:r>
              <a:rPr b="1" i="0" lang="en-US" sz="3600">
                <a:solidFill>
                  <a:srgbClr val="14213D"/>
                </a:solidFill>
                <a:latin typeface="Space Grotesk"/>
                <a:ea typeface="Space Grotesk"/>
                <a:cs typeface="Space Grotesk"/>
                <a:sym typeface="Space Grotesk"/>
              </a:rPr>
              <a:t>Diagrama de arquitectura</a:t>
            </a:r>
            <a:endParaRPr sz="3600"/>
          </a:p>
        </p:txBody>
      </p:sp>
      <p:pic>
        <p:nvPicPr>
          <p:cNvPr id="100" name="Google Shape;100;h53718624b428c802_0_23" title="Diagrama_Arquitectura.png"/>
          <p:cNvPicPr preferRelativeResize="0"/>
          <p:nvPr/>
        </p:nvPicPr>
        <p:blipFill rotWithShape="1">
          <a:blip r:embed="rId3">
            <a:alphaModFix/>
          </a:blip>
          <a:srcRect b="18708" l="2160" r="2256" t="35496"/>
          <a:stretch/>
        </p:blipFill>
        <p:spPr>
          <a:xfrm>
            <a:off x="0" y="622475"/>
            <a:ext cx="12191998" cy="544929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E8EEEA"/>
        </a:solidFill>
      </p:bgPr>
    </p:bg>
    <p:spTree>
      <p:nvGrpSpPr>
        <p:cNvPr id="105" name="Shape 1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" name="Google Shape;106;h53718624b428c802_0_29"/>
          <p:cNvSpPr txBox="1"/>
          <p:nvPr>
            <p:ph type="title"/>
          </p:nvPr>
        </p:nvSpPr>
        <p:spPr>
          <a:xfrm>
            <a:off x="366950" y="73895"/>
            <a:ext cx="10883400" cy="528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 fontScale="90000"/>
          </a:bodyPr>
          <a:lstStyle/>
          <a:p>
            <a:pPr indent="0" lvl="0" marL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14213D"/>
              </a:buClr>
              <a:buSzPct val="100000"/>
              <a:buFont typeface="Space Grotesk"/>
              <a:buNone/>
            </a:pPr>
            <a:r>
              <a:rPr b="1" i="0" lang="en-US" sz="3600">
                <a:solidFill>
                  <a:srgbClr val="14213D"/>
                </a:solidFill>
                <a:latin typeface="Space Grotesk"/>
                <a:ea typeface="Space Grotesk"/>
                <a:cs typeface="Space Grotesk"/>
                <a:sym typeface="Space Grotesk"/>
              </a:rPr>
              <a:t>Diagrama de </a:t>
            </a:r>
            <a:r>
              <a:rPr b="1" lang="en-US"/>
              <a:t>Comunicaciones</a:t>
            </a:r>
            <a:endParaRPr sz="3600"/>
          </a:p>
        </p:txBody>
      </p:sp>
      <p:pic>
        <p:nvPicPr>
          <p:cNvPr id="107" name="Google Shape;107;h53718624b428c802_0_29" title="Diagrama_Comunicacion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66950" y="602200"/>
            <a:ext cx="10515876" cy="611509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6F7F4"/>
        </a:solidFill>
      </p:bgPr>
    </p:bg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7"/>
          <p:cNvSpPr txBox="1"/>
          <p:nvPr>
            <p:ph type="title"/>
          </p:nvPr>
        </p:nvSpPr>
        <p:spPr>
          <a:xfrm>
            <a:off x="204825" y="134695"/>
            <a:ext cx="10883400" cy="528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 fontScale="90000"/>
          </a:bodyPr>
          <a:lstStyle/>
          <a:p>
            <a:pPr indent="0" lvl="0" marL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14213D"/>
              </a:buClr>
              <a:buSzPct val="100000"/>
              <a:buFont typeface="Space Grotesk"/>
              <a:buNone/>
            </a:pPr>
            <a:r>
              <a:rPr b="1" i="0" lang="en-US" sz="3600">
                <a:solidFill>
                  <a:srgbClr val="14213D"/>
                </a:solidFill>
                <a:latin typeface="Space Grotesk"/>
                <a:ea typeface="Space Grotesk"/>
                <a:cs typeface="Space Grotesk"/>
                <a:sym typeface="Space Grotesk"/>
              </a:rPr>
              <a:t>Casos de uso</a:t>
            </a:r>
            <a:endParaRPr sz="3600"/>
          </a:p>
        </p:txBody>
      </p:sp>
      <p:pic>
        <p:nvPicPr>
          <p:cNvPr id="114" name="Google Shape;114;p7" title="Casos de Uso.drawio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100625" y="1"/>
            <a:ext cx="5270496" cy="685799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6F7F4"/>
        </a:solidFill>
      </p:bgPr>
    </p:bg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8"/>
          <p:cNvSpPr txBox="1"/>
          <p:nvPr>
            <p:ph type="title"/>
          </p:nvPr>
        </p:nvSpPr>
        <p:spPr>
          <a:xfrm>
            <a:off x="260975" y="132795"/>
            <a:ext cx="10883400" cy="528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 fontScale="90000"/>
          </a:bodyPr>
          <a:lstStyle/>
          <a:p>
            <a:pPr indent="0" lvl="0" marL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14213D"/>
              </a:buClr>
              <a:buSzPct val="100000"/>
              <a:buFont typeface="Space Grotesk"/>
              <a:buNone/>
            </a:pPr>
            <a:r>
              <a:rPr b="1" i="0" lang="en-US" sz="3600">
                <a:solidFill>
                  <a:srgbClr val="14213D"/>
                </a:solidFill>
                <a:latin typeface="Space Grotesk"/>
                <a:ea typeface="Space Grotesk"/>
                <a:cs typeface="Space Grotesk"/>
                <a:sym typeface="Space Grotesk"/>
              </a:rPr>
              <a:t>Historias de usuario</a:t>
            </a:r>
            <a:endParaRPr sz="3600"/>
          </a:p>
        </p:txBody>
      </p:sp>
      <p:graphicFrame>
        <p:nvGraphicFramePr>
          <p:cNvPr id="121" name="Google Shape;121;p8"/>
          <p:cNvGraphicFramePr/>
          <p:nvPr/>
        </p:nvGraphicFramePr>
        <p:xfrm>
          <a:off x="39913" y="6611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{26211ED6-88C6-46B8-B31E-0D305AA5337D}</a:tableStyleId>
              </a:tblPr>
              <a:tblGrid>
                <a:gridCol w="494500"/>
                <a:gridCol w="999150"/>
                <a:gridCol w="1229725"/>
                <a:gridCol w="1005125"/>
                <a:gridCol w="594825"/>
                <a:gridCol w="693650"/>
                <a:gridCol w="702700"/>
                <a:gridCol w="677175"/>
                <a:gridCol w="1800250"/>
                <a:gridCol w="1836275"/>
                <a:gridCol w="2078800"/>
              </a:tblGrid>
              <a:tr h="324950">
                <a:tc>
                  <a:txBody>
                    <a:bodyPr/>
                    <a:lstStyle/>
                    <a:p>
                      <a:pPr indent="0" lvl="0" marL="0" rtl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1100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ID</a:t>
                      </a:r>
                      <a:endParaRPr sz="11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0" marB="0" marR="25400" marL="25400" anchor="ctr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CCCCC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CCCCC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F4E78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1100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Épica</a:t>
                      </a:r>
                      <a:endParaRPr sz="11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0" marB="0" marR="25400" marL="25400" anchor="ctr">
                    <a:lnL cap="flat" cmpd="sng" w="9525">
                      <a:solidFill>
                        <a:srgbClr val="CCCCC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CCCCC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CCCCC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F4E78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1100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Título de la Historia de Usuario</a:t>
                      </a:r>
                      <a:endParaRPr sz="11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0" marB="0" marR="25400" marL="25400" anchor="ctr">
                    <a:lnL cap="flat" cmpd="sng" w="9525">
                      <a:solidFill>
                        <a:srgbClr val="CCCCC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CCCCC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CCCCC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F4E78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1100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Rol / Enfoque</a:t>
                      </a:r>
                      <a:endParaRPr sz="11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0" marB="0" marR="25400" marL="25400" anchor="ctr">
                    <a:lnL cap="flat" cmpd="sng" w="9525">
                      <a:solidFill>
                        <a:srgbClr val="CCCCC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CCCCC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CCCCC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F4E78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1100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Prioridad</a:t>
                      </a:r>
                      <a:endParaRPr sz="11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0" marB="0" marR="25400" marL="25400" anchor="ctr">
                    <a:lnL cap="flat" cmpd="sng" w="9525">
                      <a:solidFill>
                        <a:srgbClr val="CCCCC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CCCCC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CCCCC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F4E78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1100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Story Points</a:t>
                      </a:r>
                      <a:endParaRPr sz="11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0" marB="0" marR="25400" marL="25400" anchor="ctr">
                    <a:lnL cap="flat" cmpd="sng" w="9525">
                      <a:solidFill>
                        <a:srgbClr val="CCCCC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CCCCC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CCCCC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F4E78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1100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Sprint</a:t>
                      </a:r>
                      <a:endParaRPr sz="11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0" marB="0" marR="25400" marL="25400" anchor="ctr">
                    <a:lnL cap="flat" cmpd="sng" w="9525">
                      <a:solidFill>
                        <a:srgbClr val="CCCCC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CCCCC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CCCCC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F4E78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1100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Estado</a:t>
                      </a:r>
                      <a:endParaRPr sz="11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0" marB="0" marR="25400" marL="25400" anchor="ctr">
                    <a:lnL cap="flat" cmpd="sng" w="9525">
                      <a:solidFill>
                        <a:srgbClr val="CCCCC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CCCCC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CCCCC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F4E78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1100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Declaración Ágil (COMO / QUIERO / PARA)</a:t>
                      </a:r>
                      <a:endParaRPr sz="11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0" marB="0" marR="25400" marL="25400" anchor="ctr">
                    <a:lnL cap="flat" cmpd="sng" w="9525">
                      <a:solidFill>
                        <a:srgbClr val="CCCCC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CCCCC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CCCCC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F4E78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1100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Criterios de Aceptación Funcionales</a:t>
                      </a:r>
                      <a:endParaRPr sz="11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0" marB="0" marR="25400" marL="25400" anchor="ctr">
                    <a:lnL cap="flat" cmpd="sng" w="9525">
                      <a:solidFill>
                        <a:srgbClr val="CCCCC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CCCCC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CCCCC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F4E78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1100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Definición de Hecho Técnica (DoD)</a:t>
                      </a:r>
                      <a:endParaRPr sz="11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0" marB="0" marR="25400" marL="25400" anchor="ctr">
                    <a:lnL cap="flat" cmpd="sng" w="9525">
                      <a:solidFill>
                        <a:srgbClr val="CCCCC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CCCCC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CCCCC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F4E78"/>
                    </a:solidFill>
                  </a:tcPr>
                </a:tc>
              </a:tr>
              <a:tr h="1137325">
                <a:tc>
                  <a:txBody>
                    <a:bodyPr/>
                    <a:lstStyle/>
                    <a:p>
                      <a:pPr indent="0" lvl="0" marL="0" rtl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11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HU-01</a:t>
                      </a:r>
                      <a:endParaRPr sz="11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0" marB="0" marR="25400" marL="25400">
                    <a:lnL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CCCCC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CCCCC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CCCCC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Épica 1: Administración Global</a:t>
                      </a:r>
                      <a:endParaRPr sz="11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0" marB="0" marR="25400" marL="25400">
                    <a:lnL cap="flat" cmpd="sng" w="9525">
                      <a:solidFill>
                        <a:srgbClr val="CCCCC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CCCCC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CCCCC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CCCCC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Creación y Administración Global de Empresa</a:t>
                      </a:r>
                      <a:endParaRPr sz="11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0" marB="0" marR="25400" marL="25400">
                    <a:lnL cap="flat" cmpd="sng" w="9525">
                      <a:solidFill>
                        <a:srgbClr val="CCCCC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CCCCC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CCCCC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CCCCC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Staff BackToMe</a:t>
                      </a:r>
                      <a:endParaRPr sz="11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0" marB="0" marR="25400" marL="25400">
                    <a:lnL cap="flat" cmpd="sng" w="9525">
                      <a:solidFill>
                        <a:srgbClr val="CCCCC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CCCCC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CCCCC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CCCCC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Alta</a:t>
                      </a:r>
                      <a:endParaRPr sz="11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0" marB="0" marR="25400" marL="25400">
                    <a:lnL cap="flat" cmpd="sng" w="9525">
                      <a:solidFill>
                        <a:srgbClr val="CCCCC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CCCCC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CCCCC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CCCCC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11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5</a:t>
                      </a:r>
                      <a:endParaRPr sz="11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0" marB="0" marR="25400" marL="25400">
                    <a:lnL cap="flat" cmpd="sng" w="9525">
                      <a:solidFill>
                        <a:srgbClr val="CCCCC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CCCCC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CCCCC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CCCCC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Sprint 1</a:t>
                      </a:r>
                      <a:endParaRPr sz="11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0" marB="0" marR="25400" marL="25400">
                    <a:lnL cap="flat" cmpd="sng" w="9525">
                      <a:solidFill>
                        <a:srgbClr val="CCCCC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CCCCC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CCCCC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CCCCC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Pendiente</a:t>
                      </a:r>
                      <a:endParaRPr sz="11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0" marB="0" marR="25400" marL="25400">
                    <a:lnL cap="flat" cmpd="sng" w="9525">
                      <a:solidFill>
                        <a:srgbClr val="CCCCC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CCCCC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CCCCC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CCCCC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COMO Staff de BackToMe</a:t>
                      </a:r>
                      <a:endParaRPr sz="11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QUIERO crear, editar y listar las empresas en la plataforma</a:t>
                      </a:r>
                      <a:endParaRPr sz="11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PARA habilitar nuevos clientes B2B en el sistema SaaS.</a:t>
                      </a:r>
                      <a:endParaRPr sz="11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0" marB="0" marR="25400" marL="25400">
                    <a:lnL cap="flat" cmpd="sng" w="9525">
                      <a:solidFill>
                        <a:srgbClr val="CCCCC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CCCCC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CCCCC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CCCCC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1. Formulario UI para CRUD de empresas B2B.</a:t>
                      </a:r>
                      <a:endParaRPr sz="11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2. Validación obligatoria de razón social, tenant_id y estado.</a:t>
                      </a:r>
                      <a:endParaRPr sz="11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3. Vista en tabla con filtro por empresa y sus sedes.</a:t>
                      </a:r>
                      <a:endParaRPr sz="11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0" marB="0" marR="25400" marL="25400">
                    <a:lnL cap="flat" cmpd="sng" w="9525">
                      <a:solidFill>
                        <a:srgbClr val="CCCCC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CCCCC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CCCCC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CCCCC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1. Endpoints REST (/tenants) en NestJS con guard @Roles(Role.SUPER_ADMIN).</a:t>
                      </a:r>
                      <a:endParaRPr sz="11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2. Esquema Supabase PostgreSQL con tenant_id como PK.</a:t>
                      </a:r>
                      <a:endParaRPr sz="11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3. Componentes React/Astro en dashboard admin.</a:t>
                      </a:r>
                      <a:endParaRPr sz="11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0" marB="0" marR="25400" marL="25400">
                    <a:lnL cap="flat" cmpd="sng" w="9525">
                      <a:solidFill>
                        <a:srgbClr val="CCCCC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CCCCC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CCCCC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CCCCC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9FAFB"/>
                    </a:solidFill>
                  </a:tcPr>
                </a:tc>
              </a:tr>
              <a:tr h="974850">
                <a:tc>
                  <a:txBody>
                    <a:bodyPr/>
                    <a:lstStyle/>
                    <a:p>
                      <a:pPr indent="0" lvl="0" marL="0" rtl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11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HU-02</a:t>
                      </a:r>
                      <a:endParaRPr sz="11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0" marB="0" marR="25400" marL="25400">
                    <a:lnL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CCCCC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CCCCC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CCCCC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Épica 1: Administración Global</a:t>
                      </a:r>
                      <a:endParaRPr sz="11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0" marB="0" marR="25400" marL="25400">
                    <a:lnL cap="flat" cmpd="sng" w="9525">
                      <a:solidFill>
                        <a:srgbClr val="CCCCC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CCCCC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CCCCC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CCCCC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Configuración de Branding e Identidad Visual por Empresa</a:t>
                      </a:r>
                      <a:endParaRPr sz="11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0" marB="0" marR="25400" marL="25400">
                    <a:lnL cap="flat" cmpd="sng" w="9525">
                      <a:solidFill>
                        <a:srgbClr val="CCCCC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CCCCC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CCCCC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CCCCC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Staff BackToMe</a:t>
                      </a:r>
                      <a:endParaRPr sz="11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0" marB="0" marR="25400" marL="25400">
                    <a:lnL cap="flat" cmpd="sng" w="9525">
                      <a:solidFill>
                        <a:srgbClr val="CCCCC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CCCCC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CCCCC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CCCCC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Media</a:t>
                      </a:r>
                      <a:endParaRPr sz="11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0" marB="0" marR="25400" marL="25400">
                    <a:lnL cap="flat" cmpd="sng" w="9525">
                      <a:solidFill>
                        <a:srgbClr val="CCCCC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CCCCC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CCCCC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CCCCC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11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</a:t>
                      </a:r>
                      <a:endParaRPr sz="11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0" marB="0" marR="25400" marL="25400">
                    <a:lnL cap="flat" cmpd="sng" w="9525">
                      <a:solidFill>
                        <a:srgbClr val="CCCCC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CCCCC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CCCCC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CCCCC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Sprint 1</a:t>
                      </a:r>
                      <a:endParaRPr sz="11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0" marB="0" marR="25400" marL="25400">
                    <a:lnL cap="flat" cmpd="sng" w="9525">
                      <a:solidFill>
                        <a:srgbClr val="CCCCC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CCCCC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CCCCC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CCCCC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Pendiente</a:t>
                      </a:r>
                      <a:endParaRPr sz="11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0" marB="0" marR="25400" marL="25400">
                    <a:lnL cap="flat" cmpd="sng" w="9525">
                      <a:solidFill>
                        <a:srgbClr val="CCCCC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CCCCC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CCCCC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CCCCC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COMO Staff de BackToMe</a:t>
                      </a:r>
                      <a:endParaRPr sz="11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QUIERO definir las imágenes de logo e isotipo y la paleta de colores de cada empresa</a:t>
                      </a:r>
                      <a:endParaRPr sz="11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PARA personalizar la PWA corporativa.</a:t>
                      </a:r>
                      <a:endParaRPr sz="11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0" marB="0" marR="25400" marL="25400">
                    <a:lnL cap="flat" cmpd="sng" w="9525">
                      <a:solidFill>
                        <a:srgbClr val="CCCCC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CCCCC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CCCCC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CCCCC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1. Carga de logo e isotipo a Cloudflare R2.</a:t>
                      </a:r>
                      <a:endParaRPr sz="11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2. Selector de paleta de colores hexadecimales.</a:t>
                      </a:r>
                      <a:endParaRPr sz="11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3. Previsualización dinámica del tema PWA.</a:t>
                      </a:r>
                      <a:endParaRPr sz="11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0" marB="0" marR="25400" marL="25400">
                    <a:lnL cap="flat" cmpd="sng" w="9525">
                      <a:solidFill>
                        <a:srgbClr val="CCCCC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CCCCC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CCCCC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CCCCC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1. Inyección de variables CSS (--primary-color) en React/Astro.</a:t>
                      </a:r>
                      <a:endParaRPr sz="11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2. URLs prefirmadas en Cloudflare R2 para assets de marca.</a:t>
                      </a:r>
                      <a:endParaRPr sz="11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3. Test de renderizado multi-tenant completado.</a:t>
                      </a:r>
                      <a:endParaRPr sz="11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0" marB="0" marR="25400" marL="25400">
                    <a:lnL cap="flat" cmpd="sng" w="9525">
                      <a:solidFill>
                        <a:srgbClr val="CCCCC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CCCCC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CCCCC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CCCCC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4850">
                <a:tc>
                  <a:txBody>
                    <a:bodyPr/>
                    <a:lstStyle/>
                    <a:p>
                      <a:pPr indent="0" lvl="0" marL="0" rtl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11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HU-03</a:t>
                      </a:r>
                      <a:endParaRPr sz="11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0" marB="0" marR="25400" marL="25400">
                    <a:lnL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CCCCC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CCCCC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CCCCC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Épica 1: Administración Global</a:t>
                      </a:r>
                      <a:endParaRPr sz="11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0" marB="0" marR="25400" marL="25400">
                    <a:lnL cap="flat" cmpd="sng" w="9525">
                      <a:solidFill>
                        <a:srgbClr val="CCCCC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CCCCC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CCCCC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CCCCC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Gestión de Dominios Empresariales Permitidos</a:t>
                      </a:r>
                      <a:endParaRPr sz="11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0" marB="0" marR="25400" marL="25400">
                    <a:lnL cap="flat" cmpd="sng" w="9525">
                      <a:solidFill>
                        <a:srgbClr val="CCCCC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CCCCC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CCCCC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CCCCC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Admin Empresa</a:t>
                      </a:r>
                      <a:endParaRPr sz="11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0" marB="0" marR="25400" marL="25400">
                    <a:lnL cap="flat" cmpd="sng" w="9525">
                      <a:solidFill>
                        <a:srgbClr val="CCCCC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CCCCC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CCCCC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CCCCC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Alta</a:t>
                      </a:r>
                      <a:endParaRPr sz="11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0" marB="0" marR="25400" marL="25400">
                    <a:lnL cap="flat" cmpd="sng" w="9525">
                      <a:solidFill>
                        <a:srgbClr val="CCCCC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CCCCC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CCCCC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CCCCC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11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</a:t>
                      </a:r>
                      <a:endParaRPr sz="11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0" marB="0" marR="25400" marL="25400">
                    <a:lnL cap="flat" cmpd="sng" w="9525">
                      <a:solidFill>
                        <a:srgbClr val="CCCCC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CCCCC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CCCCC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CCCCC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Sprint 2</a:t>
                      </a:r>
                      <a:endParaRPr sz="11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0" marB="0" marR="25400" marL="25400">
                    <a:lnL cap="flat" cmpd="sng" w="9525">
                      <a:solidFill>
                        <a:srgbClr val="CCCCC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CCCCC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CCCCC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CCCCC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Pendiente</a:t>
                      </a:r>
                      <a:endParaRPr sz="11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0" marB="0" marR="25400" marL="25400">
                    <a:lnL cap="flat" cmpd="sng" w="9525">
                      <a:solidFill>
                        <a:srgbClr val="CCCCC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CCCCC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CCCCC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CCCCC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COMO Administrador de Empresa</a:t>
                      </a:r>
                      <a:endParaRPr sz="11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QUIERO gestionar los dominios de correo de mi organización</a:t>
                      </a:r>
                      <a:endParaRPr sz="11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PARA controlar el acceso exclusivo de la comunidad.</a:t>
                      </a:r>
                      <a:endParaRPr sz="11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0" marB="0" marR="25400" marL="25400">
                    <a:lnL cap="flat" cmpd="sng" w="9525">
                      <a:solidFill>
                        <a:srgbClr val="CCCCC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CCCCC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CCCCC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CCCCC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1. Módulo para asociar dominios autorizados (@duocuc.cl).</a:t>
                      </a:r>
                      <a:endParaRPr sz="11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2. Edición y eliminación de dominios registrados.</a:t>
                      </a:r>
                      <a:endParaRPr sz="11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3. Rechazo automático a correos no pertenecientes al dominio.</a:t>
                      </a:r>
                      <a:endParaRPr sz="11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0" marB="0" marR="25400" marL="25400">
                    <a:lnL cap="flat" cmpd="sng" w="9525">
                      <a:solidFill>
                        <a:srgbClr val="CCCCC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CCCCC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CCCCC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CCCCC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1. Middleware de verificación de dominio en NestJS.</a:t>
                      </a:r>
                      <a:endParaRPr sz="11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2. Restricción de unicidad en PostgreSQL Supabase.</a:t>
                      </a:r>
                      <a:endParaRPr sz="11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3. Pruebas de integración aprobadas.</a:t>
                      </a:r>
                      <a:endParaRPr sz="11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0" marB="0" marR="25400" marL="25400">
                    <a:lnL cap="flat" cmpd="sng" w="9525">
                      <a:solidFill>
                        <a:srgbClr val="CCCCC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CCCCC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CCCCC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CCCCC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9FAFB"/>
                    </a:solidFill>
                  </a:tcPr>
                </a:tc>
              </a:tr>
              <a:tr h="974850">
                <a:tc>
                  <a:txBody>
                    <a:bodyPr/>
                    <a:lstStyle/>
                    <a:p>
                      <a:pPr indent="0" lvl="0" marL="0" rtl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11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HU-04</a:t>
                      </a:r>
                      <a:endParaRPr sz="11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0" marB="0" marR="25400" marL="25400">
                    <a:lnL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CCCCC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CCCCC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CCCCC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Épica 1: Administración Global</a:t>
                      </a:r>
                      <a:endParaRPr sz="11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0" marB="0" marR="25400" marL="25400">
                    <a:lnL cap="flat" cmpd="sng" w="9525">
                      <a:solidFill>
                        <a:srgbClr val="CCCCC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CCCCC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CCCCC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CCCCC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Onboarding B2B y Configuración de Aislamiento Supabase RLS</a:t>
                      </a:r>
                      <a:endParaRPr sz="11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0" marB="0" marR="25400" marL="25400">
                    <a:lnL cap="flat" cmpd="sng" w="9525">
                      <a:solidFill>
                        <a:srgbClr val="CCCCC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CCCCC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CCCCC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CCCCC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Admin Empresa</a:t>
                      </a:r>
                      <a:endParaRPr sz="11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0" marB="0" marR="25400" marL="25400">
                    <a:lnL cap="flat" cmpd="sng" w="9525">
                      <a:solidFill>
                        <a:srgbClr val="CCCCC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CCCCC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CCCCC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CCCCC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Alta</a:t>
                      </a:r>
                      <a:endParaRPr sz="11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0" marB="0" marR="25400" marL="25400">
                    <a:lnL cap="flat" cmpd="sng" w="9525">
                      <a:solidFill>
                        <a:srgbClr val="CCCCC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CCCCC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CCCCC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CCCCC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11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5</a:t>
                      </a:r>
                      <a:endParaRPr sz="11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0" marB="0" marR="25400" marL="25400">
                    <a:lnL cap="flat" cmpd="sng" w="9525">
                      <a:solidFill>
                        <a:srgbClr val="CCCCC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CCCCC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CCCCC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CCCCC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Sprint 2</a:t>
                      </a:r>
                      <a:endParaRPr sz="11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0" marB="0" marR="25400" marL="25400">
                    <a:lnL cap="flat" cmpd="sng" w="9525">
                      <a:solidFill>
                        <a:srgbClr val="CCCCC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CCCCC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CCCCC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CCCCC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Pendiente</a:t>
                      </a:r>
                      <a:endParaRPr sz="11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0" marB="0" marR="25400" marL="25400">
                    <a:lnL cap="flat" cmpd="sng" w="9525">
                      <a:solidFill>
                        <a:srgbClr val="CCCCC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CCCCC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CCCCC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CCCCC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COMO Administrador de Empresa</a:t>
                      </a:r>
                      <a:endParaRPr sz="11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QUIERO completar el onboarding y aprovisionar las políticas RLS</a:t>
                      </a:r>
                      <a:endParaRPr sz="11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PARA garantizar el aislamiento estricto de datos.</a:t>
                      </a:r>
                      <a:endParaRPr sz="11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0" marB="0" marR="25400" marL="25400">
                    <a:lnL cap="flat" cmpd="sng" w="9525">
                      <a:solidFill>
                        <a:srgbClr val="CCCCC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CCCCC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CCCCC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CCCCC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1. Flujo paso a paso de bienvenida y sedes.</a:t>
                      </a:r>
                      <a:endParaRPr sz="11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2. Activación automática de Supabase RLS.</a:t>
                      </a:r>
                      <a:endParaRPr sz="11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3. Emisión de certificado digital de tenant.</a:t>
                      </a:r>
                      <a:endParaRPr sz="11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0" marB="0" marR="25400" marL="25400">
                    <a:lnL cap="flat" cmpd="sng" w="9525">
                      <a:solidFill>
                        <a:srgbClr val="CCCCC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CCCCC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CCCCC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CCCCC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1. Directivas DDL (CREATE POLICY ON table USING tenant_id).</a:t>
                      </a:r>
                      <a:endParaRPr sz="11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2. Interceptor NestJS configurando app.current_tenant.</a:t>
                      </a:r>
                      <a:endParaRPr sz="11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3. Test de inyección retornando 403 Forbidden.</a:t>
                      </a:r>
                      <a:endParaRPr sz="11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0" marB="0" marR="25400" marL="25400">
                    <a:lnL cap="flat" cmpd="sng" w="9525">
                      <a:solidFill>
                        <a:srgbClr val="CCCCC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CCCCC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CCCCC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CCCCC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E8EEEA"/>
        </a:solidFill>
      </p:bgPr>
    </p:bg>
    <p:spTree>
      <p:nvGrpSpPr>
        <p:cNvPr id="126" name="Shape 1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7" name="Google Shape;127;h53718624b428c802_0_39"/>
          <p:cNvSpPr txBox="1"/>
          <p:nvPr>
            <p:ph type="title"/>
          </p:nvPr>
        </p:nvSpPr>
        <p:spPr>
          <a:xfrm>
            <a:off x="366950" y="195495"/>
            <a:ext cx="10883400" cy="528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 fontScale="90000"/>
          </a:bodyPr>
          <a:lstStyle/>
          <a:p>
            <a:pPr indent="0" lvl="0" marL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14213D"/>
              </a:buClr>
              <a:buSzPct val="100000"/>
              <a:buFont typeface="Space Grotesk"/>
              <a:buNone/>
            </a:pPr>
            <a:r>
              <a:rPr b="1" lang="en-US"/>
              <a:t>Mapa de Técnologico</a:t>
            </a:r>
            <a:endParaRPr sz="3600"/>
          </a:p>
        </p:txBody>
      </p:sp>
      <p:pic>
        <p:nvPicPr>
          <p:cNvPr id="128" name="Google Shape;128;h53718624b428c802_0_39" title="Mapa Tecnológico (1)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66950" y="782645"/>
            <a:ext cx="10363387" cy="582940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E8EEEA"/>
        </a:solidFill>
      </p:bgPr>
    </p:bg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h53718624b428c802_0_0"/>
          <p:cNvSpPr txBox="1"/>
          <p:nvPr>
            <p:ph type="title"/>
          </p:nvPr>
        </p:nvSpPr>
        <p:spPr>
          <a:xfrm>
            <a:off x="406375" y="253975"/>
            <a:ext cx="11379300" cy="528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 fontScale="90000"/>
          </a:bodyPr>
          <a:lstStyle/>
          <a:p>
            <a:pPr indent="0" lvl="0" marL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14213D"/>
              </a:buClr>
              <a:buSzPct val="100000"/>
              <a:buFont typeface="Space Grotesk"/>
              <a:buNone/>
            </a:pPr>
            <a:r>
              <a:rPr b="1" lang="en-US"/>
              <a:t>Flujo de Procesos BackToMe (Entrega de Objeto)</a:t>
            </a:r>
            <a:endParaRPr sz="3600"/>
          </a:p>
        </p:txBody>
      </p:sp>
      <p:pic>
        <p:nvPicPr>
          <p:cNvPr descr="Database" id="135" name="Google Shape;135;h53718624b428c802_0_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791200" y="3182541"/>
            <a:ext cx="609600" cy="609600"/>
          </a:xfrm>
          <a:prstGeom prst="rect">
            <a:avLst/>
          </a:prstGeom>
          <a:noFill/>
          <a:ln>
            <a:noFill/>
          </a:ln>
        </p:spPr>
      </p:pic>
      <p:sp>
        <p:nvSpPr>
          <p:cNvPr id="136" name="Google Shape;136;h53718624b428c802_0_0"/>
          <p:cNvSpPr/>
          <p:nvPr/>
        </p:nvSpPr>
        <p:spPr>
          <a:xfrm>
            <a:off x="3189327" y="3919141"/>
            <a:ext cx="5813400" cy="309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rgbClr val="14213D"/>
              </a:buClr>
              <a:buSzPts val="1600"/>
              <a:buFont typeface="IBM Plex Sans"/>
              <a:buNone/>
            </a:pPr>
            <a:r>
              <a:rPr b="1" i="0" lang="en-US" sz="1600" u="none" cap="none" strike="noStrike">
                <a:solidFill>
                  <a:srgbClr val="14213D"/>
                </a:solidFill>
                <a:latin typeface="IBM Plex Sans"/>
                <a:ea typeface="IBM Plex Sans"/>
                <a:cs typeface="IBM Plex Sans"/>
                <a:sym typeface="IBM Plex Sans"/>
              </a:rPr>
              <a:t>Inserta aquí la imagen del modelo de base de datos</a:t>
            </a:r>
            <a:endParaRPr b="0" i="0" sz="1600" u="none" cap="none" strike="noStrike">
              <a:solidFill>
                <a:schemeClr val="dk1"/>
              </a:solidFill>
              <a:latin typeface="IBM Plex Sans"/>
              <a:ea typeface="IBM Plex Sans"/>
              <a:cs typeface="IBM Plex Sans"/>
              <a:sym typeface="IBM Plex Sans"/>
            </a:endParaRPr>
          </a:p>
        </p:txBody>
      </p:sp>
      <p:sp>
        <p:nvSpPr>
          <p:cNvPr id="137" name="Google Shape;137;h53718624b428c802_0_0"/>
          <p:cNvSpPr/>
          <p:nvPr/>
        </p:nvSpPr>
        <p:spPr>
          <a:xfrm>
            <a:off x="3506272" y="4330601"/>
            <a:ext cx="5179500" cy="238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rgbClr val="4A5568"/>
              </a:buClr>
              <a:buSzPts val="1200"/>
              <a:buFont typeface="IBM Plex Sans"/>
              <a:buNone/>
            </a:pPr>
            <a:r>
              <a:rPr b="0" i="0" lang="en-US" sz="1200" u="none" cap="none" strike="noStrike">
                <a:solidFill>
                  <a:srgbClr val="4A5568"/>
                </a:solidFill>
                <a:latin typeface="IBM Plex Sans"/>
                <a:ea typeface="IBM Plex Sans"/>
                <a:cs typeface="IBM Plex Sans"/>
                <a:sym typeface="IBM Plex Sans"/>
              </a:rPr>
              <a:t>Reemplaza este recuadro por la imagen exportada (PNG o SVG)</a:t>
            </a:r>
            <a:endParaRPr b="0" i="0" sz="1200" u="none" cap="none" strike="noStrike">
              <a:solidFill>
                <a:schemeClr val="dk1"/>
              </a:solidFill>
              <a:latin typeface="IBM Plex Sans"/>
              <a:ea typeface="IBM Plex Sans"/>
              <a:cs typeface="IBM Plex Sans"/>
              <a:sym typeface="IBM Plex Sans"/>
            </a:endParaRPr>
          </a:p>
        </p:txBody>
      </p:sp>
      <p:pic>
        <p:nvPicPr>
          <p:cNvPr id="138" name="Google Shape;138;h53718624b428c802_0_0" title="Flujo BackToMe.drawio.png"/>
          <p:cNvPicPr preferRelativeResize="0"/>
          <p:nvPr/>
        </p:nvPicPr>
        <p:blipFill rotWithShape="1">
          <a:blip r:embed="rId4">
            <a:alphaModFix/>
          </a:blip>
          <a:srcRect b="38156" l="1513" r="62797" t="6680"/>
          <a:stretch/>
        </p:blipFill>
        <p:spPr>
          <a:xfrm>
            <a:off x="941150" y="861775"/>
            <a:ext cx="8980726" cy="5703676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E8EEEA"/>
        </a:solidFill>
      </p:bgPr>
    </p:bg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h53718624b428c802_0_10"/>
          <p:cNvSpPr txBox="1"/>
          <p:nvPr>
            <p:ph type="title"/>
          </p:nvPr>
        </p:nvSpPr>
        <p:spPr>
          <a:xfrm>
            <a:off x="406375" y="253975"/>
            <a:ext cx="11379300" cy="528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 fontScale="90000"/>
          </a:bodyPr>
          <a:lstStyle/>
          <a:p>
            <a:pPr indent="0" lvl="0" marL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14213D"/>
              </a:buClr>
              <a:buSzPct val="100000"/>
              <a:buFont typeface="Space Grotesk"/>
              <a:buNone/>
            </a:pPr>
            <a:r>
              <a:rPr b="1" lang="en-US"/>
              <a:t>Flujo de Procesos BackToMe (Retiro de Objeto)</a:t>
            </a:r>
            <a:endParaRPr sz="3600"/>
          </a:p>
        </p:txBody>
      </p:sp>
      <p:pic>
        <p:nvPicPr>
          <p:cNvPr descr="Database" id="145" name="Google Shape;145;h53718624b428c802_0_1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791200" y="3182541"/>
            <a:ext cx="609600" cy="609600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h53718624b428c802_0_10"/>
          <p:cNvSpPr/>
          <p:nvPr/>
        </p:nvSpPr>
        <p:spPr>
          <a:xfrm>
            <a:off x="3189327" y="3919141"/>
            <a:ext cx="5813400" cy="309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rgbClr val="14213D"/>
              </a:buClr>
              <a:buSzPts val="1600"/>
              <a:buFont typeface="IBM Plex Sans"/>
              <a:buNone/>
            </a:pPr>
            <a:r>
              <a:rPr b="1" i="0" lang="en-US" sz="1600" u="none" cap="none" strike="noStrike">
                <a:solidFill>
                  <a:srgbClr val="14213D"/>
                </a:solidFill>
                <a:latin typeface="IBM Plex Sans"/>
                <a:ea typeface="IBM Plex Sans"/>
                <a:cs typeface="IBM Plex Sans"/>
                <a:sym typeface="IBM Plex Sans"/>
              </a:rPr>
              <a:t>Inserta aquí la imagen del modelo de base de datos</a:t>
            </a:r>
            <a:endParaRPr b="0" i="0" sz="1600" u="none" cap="none" strike="noStrike">
              <a:solidFill>
                <a:schemeClr val="dk1"/>
              </a:solidFill>
              <a:latin typeface="IBM Plex Sans"/>
              <a:ea typeface="IBM Plex Sans"/>
              <a:cs typeface="IBM Plex Sans"/>
              <a:sym typeface="IBM Plex Sans"/>
            </a:endParaRPr>
          </a:p>
        </p:txBody>
      </p:sp>
      <p:sp>
        <p:nvSpPr>
          <p:cNvPr id="147" name="Google Shape;147;h53718624b428c802_0_10"/>
          <p:cNvSpPr/>
          <p:nvPr/>
        </p:nvSpPr>
        <p:spPr>
          <a:xfrm>
            <a:off x="3506272" y="4330601"/>
            <a:ext cx="5179500" cy="238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rgbClr val="4A5568"/>
              </a:buClr>
              <a:buSzPts val="1200"/>
              <a:buFont typeface="IBM Plex Sans"/>
              <a:buNone/>
            </a:pPr>
            <a:r>
              <a:rPr b="0" i="0" lang="en-US" sz="1200" u="none" cap="none" strike="noStrike">
                <a:solidFill>
                  <a:srgbClr val="4A5568"/>
                </a:solidFill>
                <a:latin typeface="IBM Plex Sans"/>
                <a:ea typeface="IBM Plex Sans"/>
                <a:cs typeface="IBM Plex Sans"/>
                <a:sym typeface="IBM Plex Sans"/>
              </a:rPr>
              <a:t>Reemplaza este recuadro por la imagen exportada (PNG o SVG)</a:t>
            </a:r>
            <a:endParaRPr b="0" i="0" sz="1200" u="none" cap="none" strike="noStrike">
              <a:solidFill>
                <a:schemeClr val="dk1"/>
              </a:solidFill>
              <a:latin typeface="IBM Plex Sans"/>
              <a:ea typeface="IBM Plex Sans"/>
              <a:cs typeface="IBM Plex Sans"/>
              <a:sym typeface="IBM Plex Sans"/>
            </a:endParaRPr>
          </a:p>
        </p:txBody>
      </p:sp>
      <p:pic>
        <p:nvPicPr>
          <p:cNvPr id="148" name="Google Shape;148;h53718624b428c802_0_10" title="Flujo BackToMe.drawio.png"/>
          <p:cNvPicPr preferRelativeResize="0"/>
          <p:nvPr/>
        </p:nvPicPr>
        <p:blipFill rotWithShape="1">
          <a:blip r:embed="rId4">
            <a:alphaModFix/>
          </a:blip>
          <a:srcRect b="45694" l="38386" r="23844" t="6493"/>
          <a:stretch/>
        </p:blipFill>
        <p:spPr>
          <a:xfrm>
            <a:off x="1264550" y="883600"/>
            <a:ext cx="9662899" cy="576334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14213D"/>
        </a:solidFill>
      </p:bgPr>
    </p:bg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1"/>
          <p:cNvSpPr/>
          <p:nvPr/>
        </p:nvSpPr>
        <p:spPr>
          <a:xfrm>
            <a:off x="0" y="0"/>
            <a:ext cx="152400" cy="6858000"/>
          </a:xfrm>
          <a:prstGeom prst="rect">
            <a:avLst/>
          </a:prstGeom>
          <a:solidFill>
            <a:srgbClr val="7FD1AE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1"/>
          <p:cNvSpPr/>
          <p:nvPr/>
        </p:nvSpPr>
        <p:spPr>
          <a:xfrm>
            <a:off x="812800" y="2388295"/>
            <a:ext cx="10883392" cy="27424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/>
          <a:p>
            <a:pPr indent="0" lvl="0" marL="0" marR="0" rtl="0" algn="ctr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rgbClr val="7FD1AE"/>
              </a:buClr>
              <a:buSzPts val="1400"/>
              <a:buFont typeface="IBM Plex Sans"/>
              <a:buNone/>
            </a:pPr>
            <a:r>
              <a:rPr b="1" i="0" lang="en-US" sz="1400" u="none" cap="none" strike="noStrike">
                <a:solidFill>
                  <a:srgbClr val="7FD1AE"/>
                </a:solidFill>
                <a:latin typeface="IBM Plex Sans"/>
                <a:ea typeface="IBM Plex Sans"/>
                <a:cs typeface="IBM Plex Sans"/>
                <a:sym typeface="IBM Plex Sans"/>
              </a:rPr>
              <a:t>BACKTOME</a:t>
            </a:r>
            <a:endParaRPr b="0" i="0" sz="1400" u="none" cap="none" strike="noStrike">
              <a:solidFill>
                <a:schemeClr val="dk1"/>
              </a:solidFill>
              <a:latin typeface="IBM Plex Sans"/>
              <a:ea typeface="IBM Plex Sans"/>
              <a:cs typeface="IBM Plex Sans"/>
              <a:sym typeface="IBM Plex Sans"/>
            </a:endParaRPr>
          </a:p>
        </p:txBody>
      </p:sp>
      <p:sp>
        <p:nvSpPr>
          <p:cNvPr id="156" name="Google Shape;156;p11"/>
          <p:cNvSpPr txBox="1"/>
          <p:nvPr>
            <p:ph type="title"/>
          </p:nvPr>
        </p:nvSpPr>
        <p:spPr>
          <a:xfrm>
            <a:off x="812800" y="2891135"/>
            <a:ext cx="10883392" cy="9588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/>
          <a:p>
            <a:pPr indent="0" lvl="0" marL="0" rtl="0" algn="l">
              <a:lnSpc>
                <a:spcPct val="104999"/>
              </a:lnSpc>
              <a:spcBef>
                <a:spcPts val="0"/>
              </a:spcBef>
              <a:spcAft>
                <a:spcPts val="0"/>
              </a:spcAft>
              <a:buClr>
                <a:srgbClr val="F6F7F4"/>
              </a:buClr>
              <a:buSzPts val="7000"/>
              <a:buFont typeface="Space Grotesk"/>
              <a:buNone/>
            </a:pPr>
            <a:r>
              <a:rPr b="1" i="0" lang="en-US" sz="7000">
                <a:solidFill>
                  <a:srgbClr val="F6F7F4"/>
                </a:solidFill>
                <a:latin typeface="Space Grotesk"/>
                <a:ea typeface="Space Grotesk"/>
                <a:cs typeface="Space Grotesk"/>
                <a:sym typeface="Space Grotesk"/>
              </a:rPr>
              <a:t>Gracias por su atención</a:t>
            </a:r>
            <a:endParaRPr sz="70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BackToMe — Presentación del Proyecto">
  <a:themeElements>
    <a:clrScheme name="BackToMe — Presentación del Proyecto">
      <a:dk1>
        <a:srgbClr val="14213D"/>
      </a:dk1>
      <a:lt1>
        <a:srgbClr val="F6F7F4"/>
      </a:lt1>
      <a:dk2>
        <a:srgbClr val="4D576B"/>
      </a:dk2>
      <a:lt2>
        <a:srgbClr val="DFE2E2"/>
      </a:lt2>
      <a:accent1>
        <a:srgbClr val="1F7A5C"/>
      </a:accent1>
      <a:accent2>
        <a:srgbClr val="7FD1AE"/>
      </a:accent2>
      <a:accent3>
        <a:srgbClr val="6B7280"/>
      </a:accent3>
      <a:accent4>
        <a:srgbClr val="4A5568"/>
      </a:accent4>
      <a:accent5>
        <a:srgbClr val="CFD8E3"/>
      </a:accent5>
      <a:accent6>
        <a:srgbClr val="2D3748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BackToMe — Presentación del Proyecto">
  <a:themeElements>
    <a:clrScheme name="BackToMe — Presentación del Proyecto">
      <a:dk1>
        <a:srgbClr val="14213D"/>
      </a:dk1>
      <a:lt1>
        <a:srgbClr val="F6F7F4"/>
      </a:lt1>
      <a:dk2>
        <a:srgbClr val="4D576B"/>
      </a:dk2>
      <a:lt2>
        <a:srgbClr val="DFE2E2"/>
      </a:lt2>
      <a:accent1>
        <a:srgbClr val="1F7A5C"/>
      </a:accent1>
      <a:accent2>
        <a:srgbClr val="7FD1AE"/>
      </a:accent2>
      <a:accent3>
        <a:srgbClr val="6B7280"/>
      </a:accent3>
      <a:accent4>
        <a:srgbClr val="4A5568"/>
      </a:accent4>
      <a:accent5>
        <a:srgbClr val="CFD8E3"/>
      </a:accent5>
      <a:accent6>
        <a:srgbClr val="2D3748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2026-10-14T10:05:27Z</dcterms:created>
</cp:coreProperties>
</file>